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6858000" cy="9144000"/>
  <p:embeddedFontLst>
    <p:embeddedFont>
      <p:font typeface="Fira Sans Black"/>
      <p:bold r:id="rId15"/>
      <p:boldItalic r:id="rId16"/>
    </p:embeddedFont>
    <p:embeddedFont>
      <p:font typeface="Fira Sans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FiraSans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FiraSansBlack-bold.fntdata"/><Relationship Id="rId14" Type="http://schemas.openxmlformats.org/officeDocument/2006/relationships/slide" Target="slides/slide10.xml"/><Relationship Id="rId17" Type="http://schemas.openxmlformats.org/officeDocument/2006/relationships/font" Target="fonts/FiraSans-regular.fntdata"/><Relationship Id="rId16" Type="http://schemas.openxmlformats.org/officeDocument/2006/relationships/font" Target="fonts/FiraSansBlack-boldItalic.fntdata"/><Relationship Id="rId5" Type="http://schemas.openxmlformats.org/officeDocument/2006/relationships/slide" Target="slides/slide1.xml"/><Relationship Id="rId19" Type="http://schemas.openxmlformats.org/officeDocument/2006/relationships/font" Target="fonts/FiraSans-italic.fntdata"/><Relationship Id="rId6" Type="http://schemas.openxmlformats.org/officeDocument/2006/relationships/slide" Target="slides/slide2.xml"/><Relationship Id="rId18" Type="http://schemas.openxmlformats.org/officeDocument/2006/relationships/font" Target="fonts/FiraSans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962ef91124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962ef91124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b6d4314310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b6d4314310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6d4314310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6d4314310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962ef91124_0_5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962ef91124_0_5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962ef91124_0_6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962ef91124_0_6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9646c4d463_0_5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9646c4d463_0_5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9646c4d463_0_8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9646c4d463_0_8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9646c4d463_0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9646c4d463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9646c4d463_0_9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9646c4d463_0_9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4766850" y="1445000"/>
            <a:ext cx="3567000" cy="142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4766850" y="2905900"/>
            <a:ext cx="35670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Fira Sans Black"/>
              <a:buNone/>
              <a:defRPr>
                <a:latin typeface="Fira Sans Black"/>
                <a:ea typeface="Fira Sans Black"/>
                <a:cs typeface="Fira Sans Black"/>
                <a:sym typeface="Fira Sans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Fira Sans Black"/>
              <a:buNone/>
              <a:defRPr>
                <a:latin typeface="Fira Sans Black"/>
                <a:ea typeface="Fira Sans Black"/>
                <a:cs typeface="Fira Sans Black"/>
                <a:sym typeface="Fira Sans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Fira Sans Black"/>
              <a:buNone/>
              <a:defRPr>
                <a:latin typeface="Fira Sans Black"/>
                <a:ea typeface="Fira Sans Black"/>
                <a:cs typeface="Fira Sans Black"/>
                <a:sym typeface="Fira Sans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Fira Sans Black"/>
              <a:buNone/>
              <a:defRPr>
                <a:latin typeface="Fira Sans Black"/>
                <a:ea typeface="Fira Sans Black"/>
                <a:cs typeface="Fira Sans Black"/>
                <a:sym typeface="Fira Sans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Fira Sans Black"/>
              <a:buNone/>
              <a:defRPr>
                <a:latin typeface="Fira Sans Black"/>
                <a:ea typeface="Fira Sans Black"/>
                <a:cs typeface="Fira Sans Black"/>
                <a:sym typeface="Fira Sans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Fira Sans Black"/>
              <a:buNone/>
              <a:defRPr>
                <a:latin typeface="Fira Sans Black"/>
                <a:ea typeface="Fira Sans Black"/>
                <a:cs typeface="Fira Sans Black"/>
                <a:sym typeface="Fira Sans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Fira Sans Black"/>
              <a:buNone/>
              <a:defRPr>
                <a:latin typeface="Fira Sans Black"/>
                <a:ea typeface="Fira Sans Black"/>
                <a:cs typeface="Fira Sans Black"/>
                <a:sym typeface="Fira Sans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Fira Sans Black"/>
              <a:buNone/>
              <a:defRPr>
                <a:latin typeface="Fira Sans Black"/>
                <a:ea typeface="Fira Sans Black"/>
                <a:cs typeface="Fira Sans Black"/>
                <a:sym typeface="Fira Sans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Fira Sans Black"/>
              <a:buNone/>
              <a:defRPr>
                <a:latin typeface="Fira Sans Black"/>
                <a:ea typeface="Fira Sans Black"/>
                <a:cs typeface="Fira Sans Black"/>
                <a:sym typeface="Fira Sans Black"/>
              </a:defRPr>
            </a:lvl9pPr>
          </a:lstStyle>
          <a:p/>
        </p:txBody>
      </p:sp>
      <p:sp>
        <p:nvSpPr>
          <p:cNvPr id="16" name="Google Shape;16;p4"/>
          <p:cNvSpPr txBox="1"/>
          <p:nvPr>
            <p:ph idx="1" type="body"/>
          </p:nvPr>
        </p:nvSpPr>
        <p:spPr>
          <a:xfrm>
            <a:off x="457200" y="1152475"/>
            <a:ext cx="8229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" name="Google Shape;20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b="1"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b="1">
                <a:latin typeface="Fira Sans"/>
                <a:ea typeface="Fira Sans"/>
                <a:cs typeface="Fira Sans"/>
                <a:sym typeface="Fira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b="1">
                <a:latin typeface="Fira Sans"/>
                <a:ea typeface="Fira Sans"/>
                <a:cs typeface="Fira Sans"/>
                <a:sym typeface="Fira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b="1">
                <a:latin typeface="Fira Sans"/>
                <a:ea typeface="Fira Sans"/>
                <a:cs typeface="Fira Sans"/>
                <a:sym typeface="Fira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b="1">
                <a:latin typeface="Fira Sans"/>
                <a:ea typeface="Fira Sans"/>
                <a:cs typeface="Fira Sans"/>
                <a:sym typeface="Fira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b="1">
                <a:latin typeface="Fira Sans"/>
                <a:ea typeface="Fira Sans"/>
                <a:cs typeface="Fira Sans"/>
                <a:sym typeface="Fira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b="1">
                <a:latin typeface="Fira Sans"/>
                <a:ea typeface="Fira Sans"/>
                <a:cs typeface="Fira Sans"/>
                <a:sym typeface="Fira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b="1">
                <a:latin typeface="Fira Sans"/>
                <a:ea typeface="Fira Sans"/>
                <a:cs typeface="Fira Sans"/>
                <a:sym typeface="Fira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b="1"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6" name="Google Shape;26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" name="Google Shape;3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4" name="Google Shape;34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" name="Google Shape;35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39" name="Google Shape;39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1"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1"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1"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1"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1"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1"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1"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1"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1"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152475"/>
            <a:ext cx="8229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ira Sans"/>
              <a:buChar char="●"/>
              <a:defRPr sz="1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Char char="○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Char char="■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Char char="●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Char char="○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Char char="■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Char char="●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Char char="○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Fira Sans"/>
              <a:buChar char="■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8.png"/><Relationship Id="rId7" Type="http://schemas.openxmlformats.org/officeDocument/2006/relationships/image" Target="../media/image5.png"/><Relationship Id="rId8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ctrTitle"/>
          </p:nvPr>
        </p:nvSpPr>
        <p:spPr>
          <a:xfrm>
            <a:off x="4335375" y="609275"/>
            <a:ext cx="4456500" cy="190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741B4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741B4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741B4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741B4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741B4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741B47"/>
                </a:solidFill>
                <a:latin typeface="Arial"/>
                <a:ea typeface="Arial"/>
                <a:cs typeface="Arial"/>
                <a:sym typeface="Arial"/>
              </a:rPr>
              <a:t>AUTO DEFENDER</a:t>
            </a:r>
            <a:endParaRPr sz="2100">
              <a:solidFill>
                <a:srgbClr val="741B4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741B47"/>
                </a:solidFill>
                <a:latin typeface="Arial"/>
                <a:ea typeface="Arial"/>
                <a:cs typeface="Arial"/>
                <a:sym typeface="Arial"/>
              </a:rPr>
              <a:t>RULE-BASED INTRUSION DETECTION AND ACTIVE RESPONSE SYSTEM</a:t>
            </a:r>
            <a:endParaRPr sz="1500">
              <a:solidFill>
                <a:srgbClr val="741B4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3"/>
          <p:cNvSpPr txBox="1"/>
          <p:nvPr>
            <p:ph idx="1" type="subTitle"/>
          </p:nvPr>
        </p:nvSpPr>
        <p:spPr>
          <a:xfrm>
            <a:off x="4434800" y="2552800"/>
            <a:ext cx="4664400" cy="225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41B47"/>
                </a:solidFill>
              </a:rPr>
              <a:t>PRESENTED</a:t>
            </a:r>
            <a:r>
              <a:rPr lang="en">
                <a:solidFill>
                  <a:srgbClr val="741B47"/>
                </a:solidFill>
              </a:rPr>
              <a:t> BY:</a:t>
            </a:r>
            <a:endParaRPr>
              <a:solidFill>
                <a:srgbClr val="741B47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41B47"/>
                </a:solidFill>
              </a:rPr>
              <a:t>ROSHAN.V</a:t>
            </a:r>
            <a:endParaRPr>
              <a:solidFill>
                <a:srgbClr val="741B47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41B47"/>
                </a:solidFill>
              </a:rPr>
              <a:t>EXPLOITX</a:t>
            </a:r>
            <a:endParaRPr>
              <a:solidFill>
                <a:srgbClr val="741B47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41B47"/>
                </a:solidFill>
              </a:rPr>
              <a:t>          SRI RAMAKRISHNA INSTITUTE                OF TECHNOLOGY</a:t>
            </a:r>
            <a:endParaRPr>
              <a:solidFill>
                <a:srgbClr val="741B47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41B47"/>
                </a:solidFill>
              </a:rPr>
              <a:t>COIMBATORE</a:t>
            </a:r>
            <a:endParaRPr>
              <a:solidFill>
                <a:srgbClr val="741B47"/>
              </a:solidFill>
            </a:endParaRPr>
          </a:p>
        </p:txBody>
      </p:sp>
      <p:grpSp>
        <p:nvGrpSpPr>
          <p:cNvPr id="52" name="Google Shape;52;p13"/>
          <p:cNvGrpSpPr/>
          <p:nvPr/>
        </p:nvGrpSpPr>
        <p:grpSpPr>
          <a:xfrm>
            <a:off x="-2395492" y="1206887"/>
            <a:ext cx="6967495" cy="3975885"/>
            <a:chOff x="2925068" y="2092209"/>
            <a:chExt cx="3288881" cy="1876746"/>
          </a:xfrm>
        </p:grpSpPr>
        <p:sp>
          <p:nvSpPr>
            <p:cNvPr id="53" name="Google Shape;53;p13"/>
            <p:cNvSpPr/>
            <p:nvPr/>
          </p:nvSpPr>
          <p:spPr>
            <a:xfrm>
              <a:off x="3215525" y="2092209"/>
              <a:ext cx="2707966" cy="1691850"/>
            </a:xfrm>
            <a:custGeom>
              <a:rect b="b" l="l" r="r" t="t"/>
              <a:pathLst>
                <a:path extrusionOk="0" h="51424" w="82309">
                  <a:moveTo>
                    <a:pt x="2334" y="0"/>
                  </a:moveTo>
                  <a:cubicBezTo>
                    <a:pt x="1036" y="0"/>
                    <a:pt x="0" y="1036"/>
                    <a:pt x="0" y="2334"/>
                  </a:cubicBezTo>
                  <a:lnTo>
                    <a:pt x="0" y="51423"/>
                  </a:lnTo>
                  <a:lnTo>
                    <a:pt x="82308" y="51423"/>
                  </a:lnTo>
                  <a:lnTo>
                    <a:pt x="82308" y="2334"/>
                  </a:lnTo>
                  <a:cubicBezTo>
                    <a:pt x="82308" y="1036"/>
                    <a:pt x="81273" y="0"/>
                    <a:pt x="799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13"/>
            <p:cNvSpPr/>
            <p:nvPr/>
          </p:nvSpPr>
          <p:spPr>
            <a:xfrm>
              <a:off x="3323634" y="2235192"/>
              <a:ext cx="2492537" cy="1468557"/>
            </a:xfrm>
            <a:custGeom>
              <a:rect b="b" l="l" r="r" t="t"/>
              <a:pathLst>
                <a:path extrusionOk="0" h="44637" w="75761">
                  <a:moveTo>
                    <a:pt x="1" y="0"/>
                  </a:moveTo>
                  <a:lnTo>
                    <a:pt x="1" y="44637"/>
                  </a:lnTo>
                  <a:lnTo>
                    <a:pt x="75760" y="44637"/>
                  </a:lnTo>
                  <a:lnTo>
                    <a:pt x="7576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13"/>
            <p:cNvSpPr/>
            <p:nvPr/>
          </p:nvSpPr>
          <p:spPr>
            <a:xfrm>
              <a:off x="2925068" y="3784023"/>
              <a:ext cx="3288881" cy="184931"/>
            </a:xfrm>
            <a:custGeom>
              <a:rect b="b" l="l" r="r" t="t"/>
              <a:pathLst>
                <a:path extrusionOk="0" h="5621" w="99966">
                  <a:moveTo>
                    <a:pt x="1" y="0"/>
                  </a:moveTo>
                  <a:lnTo>
                    <a:pt x="1" y="2703"/>
                  </a:lnTo>
                  <a:cubicBezTo>
                    <a:pt x="1" y="4310"/>
                    <a:pt x="1311" y="5620"/>
                    <a:pt x="2918" y="5620"/>
                  </a:cubicBezTo>
                  <a:lnTo>
                    <a:pt x="97049" y="5620"/>
                  </a:lnTo>
                  <a:cubicBezTo>
                    <a:pt x="98656" y="5620"/>
                    <a:pt x="99966" y="4310"/>
                    <a:pt x="99966" y="2703"/>
                  </a:cubicBezTo>
                  <a:lnTo>
                    <a:pt x="9996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13"/>
            <p:cNvSpPr/>
            <p:nvPr/>
          </p:nvSpPr>
          <p:spPr>
            <a:xfrm>
              <a:off x="4180924" y="3783234"/>
              <a:ext cx="777592" cy="56062"/>
            </a:xfrm>
            <a:custGeom>
              <a:rect b="b" l="l" r="r" t="t"/>
              <a:pathLst>
                <a:path extrusionOk="0" h="1704" w="23635">
                  <a:moveTo>
                    <a:pt x="0" y="1"/>
                  </a:moveTo>
                  <a:lnTo>
                    <a:pt x="0" y="822"/>
                  </a:lnTo>
                  <a:cubicBezTo>
                    <a:pt x="0" y="1310"/>
                    <a:pt x="405" y="1703"/>
                    <a:pt x="881" y="1703"/>
                  </a:cubicBezTo>
                  <a:lnTo>
                    <a:pt x="22753" y="1703"/>
                  </a:lnTo>
                  <a:cubicBezTo>
                    <a:pt x="23229" y="1703"/>
                    <a:pt x="23622" y="1310"/>
                    <a:pt x="23634" y="822"/>
                  </a:cubicBezTo>
                  <a:lnTo>
                    <a:pt x="236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3323059" y="2235192"/>
              <a:ext cx="2492899" cy="1468557"/>
            </a:xfrm>
            <a:custGeom>
              <a:rect b="b" l="l" r="r" t="t"/>
              <a:pathLst>
                <a:path extrusionOk="0" h="44637" w="75772">
                  <a:moveTo>
                    <a:pt x="1" y="0"/>
                  </a:moveTo>
                  <a:lnTo>
                    <a:pt x="1" y="44637"/>
                  </a:lnTo>
                  <a:lnTo>
                    <a:pt x="7577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4150738" y="2399297"/>
              <a:ext cx="837535" cy="1077278"/>
            </a:xfrm>
            <a:custGeom>
              <a:rect b="b" l="l" r="r" t="t"/>
              <a:pathLst>
                <a:path extrusionOk="0" h="32744" w="25457">
                  <a:moveTo>
                    <a:pt x="12728" y="1"/>
                  </a:moveTo>
                  <a:lnTo>
                    <a:pt x="1" y="3775"/>
                  </a:lnTo>
                  <a:lnTo>
                    <a:pt x="1" y="22182"/>
                  </a:lnTo>
                  <a:cubicBezTo>
                    <a:pt x="5156" y="31398"/>
                    <a:pt x="12728" y="32743"/>
                    <a:pt x="12728" y="32743"/>
                  </a:cubicBezTo>
                  <a:cubicBezTo>
                    <a:pt x="12728" y="32743"/>
                    <a:pt x="20301" y="31386"/>
                    <a:pt x="25456" y="22182"/>
                  </a:cubicBezTo>
                  <a:lnTo>
                    <a:pt x="25456" y="3775"/>
                  </a:lnTo>
                  <a:lnTo>
                    <a:pt x="127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4176203" y="2431835"/>
              <a:ext cx="786606" cy="1012201"/>
            </a:xfrm>
            <a:custGeom>
              <a:rect b="b" l="l" r="r" t="t"/>
              <a:pathLst>
                <a:path extrusionOk="0" fill="none" h="30766" w="23909">
                  <a:moveTo>
                    <a:pt x="11954" y="0"/>
                  </a:moveTo>
                  <a:lnTo>
                    <a:pt x="1" y="3560"/>
                  </a:lnTo>
                  <a:lnTo>
                    <a:pt x="1" y="20860"/>
                  </a:lnTo>
                  <a:cubicBezTo>
                    <a:pt x="4846" y="29504"/>
                    <a:pt x="11954" y="30766"/>
                    <a:pt x="11954" y="30766"/>
                  </a:cubicBezTo>
                  <a:cubicBezTo>
                    <a:pt x="11954" y="30766"/>
                    <a:pt x="19062" y="29504"/>
                    <a:pt x="23908" y="20860"/>
                  </a:cubicBezTo>
                  <a:lnTo>
                    <a:pt x="23908" y="3560"/>
                  </a:lnTo>
                  <a:close/>
                </a:path>
              </a:pathLst>
            </a:custGeom>
            <a:noFill/>
            <a:ln cap="flat" cmpd="sng" w="7750">
              <a:solidFill>
                <a:srgbClr val="FCFCFC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4479392" y="2781627"/>
              <a:ext cx="180226" cy="313011"/>
            </a:xfrm>
            <a:custGeom>
              <a:rect b="b" l="l" r="r" t="t"/>
              <a:pathLst>
                <a:path extrusionOk="0" h="9514" w="5478">
                  <a:moveTo>
                    <a:pt x="2739" y="0"/>
                  </a:moveTo>
                  <a:cubicBezTo>
                    <a:pt x="1227" y="0"/>
                    <a:pt x="1" y="1239"/>
                    <a:pt x="1" y="2739"/>
                  </a:cubicBezTo>
                  <a:cubicBezTo>
                    <a:pt x="1" y="3810"/>
                    <a:pt x="608" y="4715"/>
                    <a:pt x="1501" y="5180"/>
                  </a:cubicBezTo>
                  <a:lnTo>
                    <a:pt x="1489" y="5180"/>
                  </a:lnTo>
                  <a:lnTo>
                    <a:pt x="310" y="9513"/>
                  </a:lnTo>
                  <a:lnTo>
                    <a:pt x="5168" y="9513"/>
                  </a:lnTo>
                  <a:lnTo>
                    <a:pt x="3978" y="5180"/>
                  </a:lnTo>
                  <a:cubicBezTo>
                    <a:pt x="4871" y="4727"/>
                    <a:pt x="5478" y="3810"/>
                    <a:pt x="5478" y="2739"/>
                  </a:cubicBezTo>
                  <a:cubicBezTo>
                    <a:pt x="5478" y="1215"/>
                    <a:pt x="4251" y="0"/>
                    <a:pt x="27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412000" y="292625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741B47"/>
                </a:solidFill>
                <a:latin typeface="Arial"/>
                <a:ea typeface="Arial"/>
                <a:cs typeface="Arial"/>
                <a:sym typeface="Arial"/>
              </a:rPr>
              <a:t>Problem </a:t>
            </a:r>
            <a:r>
              <a:rPr i="1" lang="en">
                <a:solidFill>
                  <a:srgbClr val="741B47"/>
                </a:solidFill>
                <a:latin typeface="Arial"/>
                <a:ea typeface="Arial"/>
                <a:cs typeface="Arial"/>
                <a:sym typeface="Arial"/>
              </a:rPr>
              <a:t>Statement</a:t>
            </a:r>
            <a:endParaRPr i="1">
              <a:solidFill>
                <a:srgbClr val="741B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263950" y="1151650"/>
            <a:ext cx="6806700" cy="3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Organizations face frequent cyber-attacks such as brute-force login attempts, SQL injection, and unauthorized system access. Many existing security tools only generate alerts when an attack happens, but the response is often manual and delayed.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Due to this delay, it gives attackers more time to exploit systems, causing data loss and security breaches.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Small organizations and startups especially struggle because advanced security solutions are expensive and complex to manage.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>
                <a:solidFill>
                  <a:srgbClr val="741B47"/>
                </a:solidFill>
                <a:latin typeface="Arial"/>
                <a:ea typeface="Arial"/>
                <a:cs typeface="Arial"/>
                <a:sym typeface="Arial"/>
              </a:rPr>
              <a:t>Impacts of Existing Systems</a:t>
            </a:r>
            <a:endParaRPr b="0" i="1">
              <a:solidFill>
                <a:srgbClr val="741B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291075" y="997975"/>
            <a:ext cx="66171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164525" y="1043175"/>
            <a:ext cx="8479200" cy="41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Security Impact</a:t>
            </a:r>
            <a:endParaRPr sz="18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Attacks are often detected late, after damage has already occurred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Repeated failed login attempts and suspicious activities may go unnoticed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Systems remain vulnerable during non-working hours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Operational Impact</a:t>
            </a:r>
            <a:endParaRPr sz="18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200">
                <a:solidFill>
                  <a:schemeClr val="dk1"/>
                </a:solidFill>
              </a:rPr>
              <a:t>Ma</a:t>
            </a:r>
            <a:r>
              <a:rPr lang="en">
                <a:solidFill>
                  <a:schemeClr val="dk1"/>
                </a:solidFill>
              </a:rPr>
              <a:t>nual log monitoring consumes significant time and effort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Security teams must constantly review large volumes of log data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Financial Impact</a:t>
            </a:r>
            <a:endParaRPr sz="18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Delayed response increases the risk of data breaches and financial loss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Small organizations cannot afford advanced security tools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Technical Impact</a:t>
            </a:r>
            <a:endParaRPr sz="18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Lack of automated response mechanisms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Alerts are generated without any preventive action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>
                <a:solidFill>
                  <a:srgbClr val="741B47"/>
                </a:solidFill>
                <a:latin typeface="Arial"/>
                <a:ea typeface="Arial"/>
                <a:cs typeface="Arial"/>
                <a:sym typeface="Arial"/>
              </a:rPr>
              <a:t>Proposed Solution</a:t>
            </a:r>
            <a:endParaRPr b="0" i="1">
              <a:solidFill>
                <a:srgbClr val="741B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209725" y="997975"/>
            <a:ext cx="7746900" cy="39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Auto Defender is a rule-based intrusion detection and active response system designed to provide real-time protection.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The system continuously monitors web server logs, authentication logs, and basic network activity.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Using predefined security rules and attack signatures, it detects suspicious behavior such as repeated failed logins or SQL injection patterns.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Once an attack is identified, Auto Defender automatically blocks the attacker’s IP address using firewall rules and generates instant alerts for the administrator.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1" lang="en">
                <a:solidFill>
                  <a:srgbClr val="741B47"/>
                </a:solidFill>
                <a:latin typeface="Arial"/>
                <a:ea typeface="Arial"/>
                <a:cs typeface="Arial"/>
                <a:sym typeface="Arial"/>
              </a:rPr>
              <a:t>Innovation used</a:t>
            </a:r>
            <a:endParaRPr b="0" i="1">
              <a:solidFill>
                <a:srgbClr val="741B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163675" y="1024950"/>
            <a:ext cx="8666400" cy="37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Lightweight &amp; fast</a:t>
            </a:r>
            <a:endParaRPr sz="21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Automatic Response, not just detection</a:t>
            </a:r>
            <a:endParaRPr sz="21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Can be </a:t>
            </a:r>
            <a:r>
              <a:rPr lang="en" sz="21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implemented</a:t>
            </a:r>
            <a:r>
              <a:rPr lang="en" sz="21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in small organizations &amp; startup</a:t>
            </a:r>
            <a:endParaRPr sz="21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The key innovation of Auto Defender is its automatic response mechanism combined with a lightweight rule-based approach. 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</a:rPr>
              <a:t> Auto Defender actively prevents further damage by blocking attackers in real time. 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1" lang="en">
                <a:solidFill>
                  <a:srgbClr val="741B47"/>
                </a:solidFill>
                <a:latin typeface="Arial"/>
                <a:ea typeface="Arial"/>
                <a:cs typeface="Arial"/>
                <a:sym typeface="Arial"/>
              </a:rPr>
              <a:t>Architecture of the System</a:t>
            </a:r>
            <a:endParaRPr b="0" i="1">
              <a:solidFill>
                <a:srgbClr val="741B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8"/>
          <p:cNvSpPr txBox="1"/>
          <p:nvPr/>
        </p:nvSpPr>
        <p:spPr>
          <a:xfrm>
            <a:off x="110000" y="984700"/>
            <a:ext cx="8894400" cy="38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000" y="1143825"/>
            <a:ext cx="1119925" cy="11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12075" y="1143825"/>
            <a:ext cx="1013489" cy="124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07713" y="1178363"/>
            <a:ext cx="1171575" cy="117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56298" y="1178373"/>
            <a:ext cx="1240650" cy="124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05650" y="1008387"/>
            <a:ext cx="1399625" cy="139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402950" y="3067475"/>
            <a:ext cx="2006674" cy="112875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/>
          <p:nvPr/>
        </p:nvSpPr>
        <p:spPr>
          <a:xfrm>
            <a:off x="1229925" y="1513200"/>
            <a:ext cx="780000" cy="39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9" name="Google Shape;99;p18"/>
          <p:cNvSpPr/>
          <p:nvPr/>
        </p:nvSpPr>
        <p:spPr>
          <a:xfrm>
            <a:off x="3027725" y="1513200"/>
            <a:ext cx="780000" cy="39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0" name="Google Shape;100;p18"/>
          <p:cNvSpPr/>
          <p:nvPr/>
        </p:nvSpPr>
        <p:spPr>
          <a:xfrm rot="5400000">
            <a:off x="4521208" y="2376742"/>
            <a:ext cx="780000" cy="39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1" name="Google Shape;101;p18"/>
          <p:cNvSpPr/>
          <p:nvPr/>
        </p:nvSpPr>
        <p:spPr>
          <a:xfrm>
            <a:off x="6623325" y="1513200"/>
            <a:ext cx="780000" cy="39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2" name="Google Shape;102;p18"/>
          <p:cNvSpPr/>
          <p:nvPr/>
        </p:nvSpPr>
        <p:spPr>
          <a:xfrm>
            <a:off x="4825525" y="1513188"/>
            <a:ext cx="780000" cy="39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3" name="Google Shape;103;p18"/>
          <p:cNvSpPr/>
          <p:nvPr/>
        </p:nvSpPr>
        <p:spPr>
          <a:xfrm rot="-5400000">
            <a:off x="5016296" y="2314917"/>
            <a:ext cx="780000" cy="39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1" lang="en">
                <a:solidFill>
                  <a:srgbClr val="741B47"/>
                </a:solidFill>
                <a:latin typeface="Arial"/>
                <a:ea typeface="Arial"/>
                <a:cs typeface="Arial"/>
                <a:sym typeface="Arial"/>
              </a:rPr>
              <a:t>Prototype Workflow</a:t>
            </a:r>
            <a:endParaRPr b="0" i="1">
              <a:solidFill>
                <a:srgbClr val="741B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9"/>
          <p:cNvSpPr/>
          <p:nvPr/>
        </p:nvSpPr>
        <p:spPr>
          <a:xfrm>
            <a:off x="7251369" y="3237440"/>
            <a:ext cx="1406003" cy="1563138"/>
          </a:xfrm>
          <a:custGeom>
            <a:rect b="b" l="l" r="r" t="t"/>
            <a:pathLst>
              <a:path extrusionOk="0" h="48019" w="42077">
                <a:moveTo>
                  <a:pt x="1393" y="0"/>
                </a:moveTo>
                <a:cubicBezTo>
                  <a:pt x="619" y="0"/>
                  <a:pt x="0" y="620"/>
                  <a:pt x="0" y="1382"/>
                </a:cubicBezTo>
                <a:lnTo>
                  <a:pt x="0" y="46637"/>
                </a:lnTo>
                <a:cubicBezTo>
                  <a:pt x="0" y="47399"/>
                  <a:pt x="619" y="48018"/>
                  <a:pt x="1393" y="48018"/>
                </a:cubicBezTo>
                <a:lnTo>
                  <a:pt x="40696" y="48018"/>
                </a:lnTo>
                <a:cubicBezTo>
                  <a:pt x="41458" y="48018"/>
                  <a:pt x="42077" y="47399"/>
                  <a:pt x="42077" y="46637"/>
                </a:cubicBezTo>
                <a:lnTo>
                  <a:pt x="42077" y="1382"/>
                </a:lnTo>
                <a:cubicBezTo>
                  <a:pt x="42077" y="620"/>
                  <a:pt x="41458" y="0"/>
                  <a:pt x="4069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9"/>
          <p:cNvSpPr/>
          <p:nvPr/>
        </p:nvSpPr>
        <p:spPr>
          <a:xfrm>
            <a:off x="7690572" y="2740014"/>
            <a:ext cx="527990" cy="527990"/>
          </a:xfrm>
          <a:custGeom>
            <a:rect b="b" l="l" r="r" t="t"/>
            <a:pathLst>
              <a:path extrusionOk="0" h="15801" w="15801">
                <a:moveTo>
                  <a:pt x="7894" y="1"/>
                </a:moveTo>
                <a:cubicBezTo>
                  <a:pt x="3537" y="1"/>
                  <a:pt x="1" y="3537"/>
                  <a:pt x="1" y="7895"/>
                </a:cubicBezTo>
                <a:cubicBezTo>
                  <a:pt x="1" y="12252"/>
                  <a:pt x="3537" y="15800"/>
                  <a:pt x="7894" y="15800"/>
                </a:cubicBezTo>
                <a:cubicBezTo>
                  <a:pt x="12264" y="15800"/>
                  <a:pt x="15800" y="12252"/>
                  <a:pt x="15800" y="7895"/>
                </a:cubicBezTo>
                <a:cubicBezTo>
                  <a:pt x="15800" y="3537"/>
                  <a:pt x="12264" y="1"/>
                  <a:pt x="7894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9"/>
          <p:cNvSpPr/>
          <p:nvPr/>
        </p:nvSpPr>
        <p:spPr>
          <a:xfrm>
            <a:off x="7713662" y="2780279"/>
            <a:ext cx="464301" cy="447126"/>
          </a:xfrm>
          <a:custGeom>
            <a:rect b="b" l="l" r="r" t="t"/>
            <a:pathLst>
              <a:path extrusionOk="0" h="13381" w="13895">
                <a:moveTo>
                  <a:pt x="7215" y="0"/>
                </a:moveTo>
                <a:cubicBezTo>
                  <a:pt x="5472" y="0"/>
                  <a:pt x="3759" y="681"/>
                  <a:pt x="2477" y="1963"/>
                </a:cubicBezTo>
                <a:cubicBezTo>
                  <a:pt x="572" y="3868"/>
                  <a:pt x="0" y="6749"/>
                  <a:pt x="1024" y="9249"/>
                </a:cubicBezTo>
                <a:cubicBezTo>
                  <a:pt x="2060" y="11750"/>
                  <a:pt x="4501" y="13381"/>
                  <a:pt x="7203" y="13381"/>
                </a:cubicBezTo>
                <a:cubicBezTo>
                  <a:pt x="10894" y="13369"/>
                  <a:pt x="13895" y="10380"/>
                  <a:pt x="13895" y="6690"/>
                </a:cubicBezTo>
                <a:cubicBezTo>
                  <a:pt x="13895" y="3987"/>
                  <a:pt x="12264" y="1546"/>
                  <a:pt x="9775" y="510"/>
                </a:cubicBezTo>
                <a:cubicBezTo>
                  <a:pt x="8947" y="167"/>
                  <a:pt x="8077" y="0"/>
                  <a:pt x="721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Fira Sans"/>
                <a:ea typeface="Fira Sans"/>
                <a:cs typeface="Fira Sans"/>
                <a:sym typeface="Fira Sans"/>
              </a:rPr>
              <a:t>04</a:t>
            </a:r>
            <a:endParaRPr b="1" sz="18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2" name="Google Shape;112;p19"/>
          <p:cNvSpPr/>
          <p:nvPr/>
        </p:nvSpPr>
        <p:spPr>
          <a:xfrm>
            <a:off x="2741123" y="3237440"/>
            <a:ext cx="1406036" cy="1563138"/>
          </a:xfrm>
          <a:custGeom>
            <a:rect b="b" l="l" r="r" t="t"/>
            <a:pathLst>
              <a:path extrusionOk="0" h="48019" w="42078">
                <a:moveTo>
                  <a:pt x="1263" y="0"/>
                </a:moveTo>
                <a:cubicBezTo>
                  <a:pt x="560" y="0"/>
                  <a:pt x="1" y="560"/>
                  <a:pt x="1" y="1262"/>
                </a:cubicBezTo>
                <a:lnTo>
                  <a:pt x="1" y="46756"/>
                </a:lnTo>
                <a:cubicBezTo>
                  <a:pt x="1" y="47459"/>
                  <a:pt x="560" y="48018"/>
                  <a:pt x="1263" y="48018"/>
                </a:cubicBezTo>
                <a:lnTo>
                  <a:pt x="40803" y="48018"/>
                </a:lnTo>
                <a:cubicBezTo>
                  <a:pt x="41506" y="48018"/>
                  <a:pt x="42077" y="47459"/>
                  <a:pt x="42077" y="46756"/>
                </a:cubicBezTo>
                <a:lnTo>
                  <a:pt x="42077" y="1262"/>
                </a:lnTo>
                <a:cubicBezTo>
                  <a:pt x="42077" y="560"/>
                  <a:pt x="41506" y="0"/>
                  <a:pt x="408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9"/>
          <p:cNvSpPr/>
          <p:nvPr/>
        </p:nvSpPr>
        <p:spPr>
          <a:xfrm>
            <a:off x="3179968" y="2742019"/>
            <a:ext cx="527957" cy="527957"/>
          </a:xfrm>
          <a:custGeom>
            <a:rect b="b" l="l" r="r" t="t"/>
            <a:pathLst>
              <a:path extrusionOk="0" h="15800" w="15800">
                <a:moveTo>
                  <a:pt x="7906" y="0"/>
                </a:moveTo>
                <a:cubicBezTo>
                  <a:pt x="3536" y="0"/>
                  <a:pt x="0" y="3536"/>
                  <a:pt x="0" y="7906"/>
                </a:cubicBezTo>
                <a:cubicBezTo>
                  <a:pt x="0" y="12264"/>
                  <a:pt x="3536" y="15800"/>
                  <a:pt x="7906" y="15800"/>
                </a:cubicBezTo>
                <a:cubicBezTo>
                  <a:pt x="12264" y="15800"/>
                  <a:pt x="15800" y="12264"/>
                  <a:pt x="15800" y="7906"/>
                </a:cubicBezTo>
                <a:cubicBezTo>
                  <a:pt x="15800" y="3536"/>
                  <a:pt x="12264" y="0"/>
                  <a:pt x="790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9"/>
          <p:cNvSpPr/>
          <p:nvPr/>
        </p:nvSpPr>
        <p:spPr>
          <a:xfrm>
            <a:off x="3203025" y="2782652"/>
            <a:ext cx="464736" cy="446759"/>
          </a:xfrm>
          <a:custGeom>
            <a:rect b="b" l="l" r="r" t="t"/>
            <a:pathLst>
              <a:path extrusionOk="0" h="13370" w="13908">
                <a:moveTo>
                  <a:pt x="7212" y="0"/>
                </a:moveTo>
                <a:cubicBezTo>
                  <a:pt x="5472" y="0"/>
                  <a:pt x="3763" y="678"/>
                  <a:pt x="2489" y="1951"/>
                </a:cubicBezTo>
                <a:cubicBezTo>
                  <a:pt x="572" y="3868"/>
                  <a:pt x="1" y="6749"/>
                  <a:pt x="1037" y="9250"/>
                </a:cubicBezTo>
                <a:cubicBezTo>
                  <a:pt x="2073" y="11738"/>
                  <a:pt x="4513" y="13369"/>
                  <a:pt x="7216" y="13369"/>
                </a:cubicBezTo>
                <a:cubicBezTo>
                  <a:pt x="10907" y="13369"/>
                  <a:pt x="13895" y="10381"/>
                  <a:pt x="13907" y="6690"/>
                </a:cubicBezTo>
                <a:cubicBezTo>
                  <a:pt x="13907" y="3975"/>
                  <a:pt x="12276" y="1546"/>
                  <a:pt x="9776" y="511"/>
                </a:cubicBezTo>
                <a:cubicBezTo>
                  <a:pt x="8947" y="167"/>
                  <a:pt x="8076" y="0"/>
                  <a:pt x="721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02</a:t>
            </a:r>
            <a:endParaRPr/>
          </a:p>
        </p:txBody>
      </p:sp>
      <p:grpSp>
        <p:nvGrpSpPr>
          <p:cNvPr id="115" name="Google Shape;115;p19"/>
          <p:cNvGrpSpPr/>
          <p:nvPr/>
        </p:nvGrpSpPr>
        <p:grpSpPr>
          <a:xfrm>
            <a:off x="4918391" y="1316424"/>
            <a:ext cx="1464112" cy="1464112"/>
            <a:chOff x="2712091" y="1276337"/>
            <a:chExt cx="1464112" cy="1464112"/>
          </a:xfrm>
        </p:grpSpPr>
        <p:sp>
          <p:nvSpPr>
            <p:cNvPr id="116" name="Google Shape;116;p19"/>
            <p:cNvSpPr/>
            <p:nvPr/>
          </p:nvSpPr>
          <p:spPr>
            <a:xfrm>
              <a:off x="2712091" y="1276337"/>
              <a:ext cx="1464112" cy="1464112"/>
            </a:xfrm>
            <a:custGeom>
              <a:rect b="b" l="l" r="r" t="t"/>
              <a:pathLst>
                <a:path extrusionOk="0" h="43816" w="43816">
                  <a:moveTo>
                    <a:pt x="21908" y="1"/>
                  </a:moveTo>
                  <a:cubicBezTo>
                    <a:pt x="9812" y="1"/>
                    <a:pt x="1" y="9800"/>
                    <a:pt x="1" y="21908"/>
                  </a:cubicBezTo>
                  <a:cubicBezTo>
                    <a:pt x="1" y="34005"/>
                    <a:pt x="9812" y="43816"/>
                    <a:pt x="21908" y="43816"/>
                  </a:cubicBezTo>
                  <a:cubicBezTo>
                    <a:pt x="34005" y="43816"/>
                    <a:pt x="43816" y="34005"/>
                    <a:pt x="43816" y="21908"/>
                  </a:cubicBezTo>
                  <a:cubicBezTo>
                    <a:pt x="43816" y="9800"/>
                    <a:pt x="34005" y="1"/>
                    <a:pt x="219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9"/>
            <p:cNvSpPr/>
            <p:nvPr/>
          </p:nvSpPr>
          <p:spPr>
            <a:xfrm>
              <a:off x="2749917" y="1364887"/>
              <a:ext cx="1337569" cy="1286845"/>
            </a:xfrm>
            <a:custGeom>
              <a:rect b="b" l="l" r="r" t="t"/>
              <a:pathLst>
                <a:path extrusionOk="0" h="38511" w="40029">
                  <a:moveTo>
                    <a:pt x="20781" y="0"/>
                  </a:moveTo>
                  <a:cubicBezTo>
                    <a:pt x="15770" y="0"/>
                    <a:pt x="10842" y="1959"/>
                    <a:pt x="7156" y="5637"/>
                  </a:cubicBezTo>
                  <a:cubicBezTo>
                    <a:pt x="1655" y="11150"/>
                    <a:pt x="0" y="19425"/>
                    <a:pt x="2988" y="26628"/>
                  </a:cubicBezTo>
                  <a:cubicBezTo>
                    <a:pt x="5965" y="33819"/>
                    <a:pt x="12990" y="38511"/>
                    <a:pt x="20776" y="38511"/>
                  </a:cubicBezTo>
                  <a:cubicBezTo>
                    <a:pt x="31409" y="38499"/>
                    <a:pt x="40017" y="29890"/>
                    <a:pt x="40029" y="19258"/>
                  </a:cubicBezTo>
                  <a:cubicBezTo>
                    <a:pt x="40029" y="11471"/>
                    <a:pt x="35338" y="4447"/>
                    <a:pt x="28146" y="1470"/>
                  </a:cubicBezTo>
                  <a:cubicBezTo>
                    <a:pt x="25764" y="480"/>
                    <a:pt x="23262" y="0"/>
                    <a:pt x="207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9"/>
            <p:cNvSpPr/>
            <p:nvPr/>
          </p:nvSpPr>
          <p:spPr>
            <a:xfrm>
              <a:off x="3339492" y="2092331"/>
              <a:ext cx="117788" cy="334618"/>
            </a:xfrm>
            <a:custGeom>
              <a:rect b="b" l="l" r="r" t="t"/>
              <a:pathLst>
                <a:path extrusionOk="0" h="10014" w="3525">
                  <a:moveTo>
                    <a:pt x="632" y="0"/>
                  </a:moveTo>
                  <a:lnTo>
                    <a:pt x="1" y="10014"/>
                  </a:lnTo>
                  <a:lnTo>
                    <a:pt x="3525" y="10014"/>
                  </a:lnTo>
                  <a:lnTo>
                    <a:pt x="290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9"/>
            <p:cNvSpPr/>
            <p:nvPr/>
          </p:nvSpPr>
          <p:spPr>
            <a:xfrm>
              <a:off x="2932096" y="1683733"/>
              <a:ext cx="932980" cy="646146"/>
            </a:xfrm>
            <a:custGeom>
              <a:rect b="b" l="l" r="r" t="t"/>
              <a:pathLst>
                <a:path extrusionOk="0" h="19337" w="27921">
                  <a:moveTo>
                    <a:pt x="429" y="1"/>
                  </a:moveTo>
                  <a:cubicBezTo>
                    <a:pt x="191" y="1"/>
                    <a:pt x="1" y="191"/>
                    <a:pt x="1" y="429"/>
                  </a:cubicBezTo>
                  <a:lnTo>
                    <a:pt x="1" y="18908"/>
                  </a:lnTo>
                  <a:cubicBezTo>
                    <a:pt x="1" y="19146"/>
                    <a:pt x="191" y="19336"/>
                    <a:pt x="429" y="19336"/>
                  </a:cubicBezTo>
                  <a:lnTo>
                    <a:pt x="27480" y="19336"/>
                  </a:lnTo>
                  <a:cubicBezTo>
                    <a:pt x="27718" y="19336"/>
                    <a:pt x="27921" y="19146"/>
                    <a:pt x="27921" y="18908"/>
                  </a:cubicBezTo>
                  <a:lnTo>
                    <a:pt x="27921" y="429"/>
                  </a:lnTo>
                  <a:cubicBezTo>
                    <a:pt x="27921" y="191"/>
                    <a:pt x="27718" y="1"/>
                    <a:pt x="2748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9"/>
            <p:cNvSpPr/>
            <p:nvPr/>
          </p:nvSpPr>
          <p:spPr>
            <a:xfrm>
              <a:off x="2966313" y="1718751"/>
              <a:ext cx="864179" cy="518033"/>
            </a:xfrm>
            <a:custGeom>
              <a:rect b="b" l="l" r="r" t="t"/>
              <a:pathLst>
                <a:path extrusionOk="0" h="15503" w="25862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lnTo>
                    <a:pt x="1" y="15324"/>
                  </a:lnTo>
                  <a:cubicBezTo>
                    <a:pt x="1" y="15419"/>
                    <a:pt x="84" y="15502"/>
                    <a:pt x="191" y="15502"/>
                  </a:cubicBezTo>
                  <a:lnTo>
                    <a:pt x="25682" y="15502"/>
                  </a:lnTo>
                  <a:cubicBezTo>
                    <a:pt x="25778" y="15502"/>
                    <a:pt x="25861" y="15419"/>
                    <a:pt x="25861" y="15324"/>
                  </a:cubicBezTo>
                  <a:lnTo>
                    <a:pt x="25861" y="191"/>
                  </a:lnTo>
                  <a:cubicBezTo>
                    <a:pt x="25861" y="84"/>
                    <a:pt x="25778" y="0"/>
                    <a:pt x="2568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9"/>
            <p:cNvSpPr/>
            <p:nvPr/>
          </p:nvSpPr>
          <p:spPr>
            <a:xfrm>
              <a:off x="2966313" y="1812648"/>
              <a:ext cx="864179" cy="424538"/>
            </a:xfrm>
            <a:custGeom>
              <a:rect b="b" l="l" r="r" t="t"/>
              <a:pathLst>
                <a:path extrusionOk="0" h="12705" w="25862">
                  <a:moveTo>
                    <a:pt x="1" y="0"/>
                  </a:moveTo>
                  <a:lnTo>
                    <a:pt x="1" y="12276"/>
                  </a:lnTo>
                  <a:cubicBezTo>
                    <a:pt x="24" y="12518"/>
                    <a:pt x="237" y="12705"/>
                    <a:pt x="478" y="12705"/>
                  </a:cubicBezTo>
                  <a:cubicBezTo>
                    <a:pt x="486" y="12705"/>
                    <a:pt x="493" y="12705"/>
                    <a:pt x="501" y="12704"/>
                  </a:cubicBezTo>
                  <a:lnTo>
                    <a:pt x="25361" y="12704"/>
                  </a:lnTo>
                  <a:cubicBezTo>
                    <a:pt x="25368" y="12705"/>
                    <a:pt x="25376" y="12705"/>
                    <a:pt x="25383" y="12705"/>
                  </a:cubicBezTo>
                  <a:cubicBezTo>
                    <a:pt x="25624" y="12705"/>
                    <a:pt x="25838" y="12518"/>
                    <a:pt x="25861" y="12276"/>
                  </a:cubicBezTo>
                  <a:lnTo>
                    <a:pt x="258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9"/>
            <p:cNvSpPr/>
            <p:nvPr/>
          </p:nvSpPr>
          <p:spPr>
            <a:xfrm>
              <a:off x="3089247" y="2403057"/>
              <a:ext cx="618278" cy="23892"/>
            </a:xfrm>
            <a:custGeom>
              <a:rect b="b" l="l" r="r" t="t"/>
              <a:pathLst>
                <a:path extrusionOk="0" h="715" w="18503">
                  <a:moveTo>
                    <a:pt x="275" y="0"/>
                  </a:moveTo>
                  <a:cubicBezTo>
                    <a:pt x="120" y="0"/>
                    <a:pt x="1" y="131"/>
                    <a:pt x="1" y="274"/>
                  </a:cubicBezTo>
                  <a:lnTo>
                    <a:pt x="1" y="441"/>
                  </a:lnTo>
                  <a:cubicBezTo>
                    <a:pt x="1" y="595"/>
                    <a:pt x="120" y="715"/>
                    <a:pt x="275" y="715"/>
                  </a:cubicBezTo>
                  <a:lnTo>
                    <a:pt x="18241" y="715"/>
                  </a:lnTo>
                  <a:cubicBezTo>
                    <a:pt x="18384" y="715"/>
                    <a:pt x="18503" y="595"/>
                    <a:pt x="18503" y="441"/>
                  </a:cubicBezTo>
                  <a:lnTo>
                    <a:pt x="18503" y="274"/>
                  </a:lnTo>
                  <a:cubicBezTo>
                    <a:pt x="18503" y="131"/>
                    <a:pt x="18384" y="0"/>
                    <a:pt x="1824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9"/>
            <p:cNvSpPr/>
            <p:nvPr/>
          </p:nvSpPr>
          <p:spPr>
            <a:xfrm>
              <a:off x="3378888" y="2268963"/>
              <a:ext cx="34651" cy="29806"/>
            </a:xfrm>
            <a:custGeom>
              <a:rect b="b" l="l" r="r" t="t"/>
              <a:pathLst>
                <a:path extrusionOk="0" h="892" w="1037">
                  <a:moveTo>
                    <a:pt x="596" y="1"/>
                  </a:moveTo>
                  <a:cubicBezTo>
                    <a:pt x="191" y="1"/>
                    <a:pt x="0" y="477"/>
                    <a:pt x="274" y="763"/>
                  </a:cubicBezTo>
                  <a:cubicBezTo>
                    <a:pt x="367" y="851"/>
                    <a:pt x="479" y="891"/>
                    <a:pt x="588" y="891"/>
                  </a:cubicBezTo>
                  <a:cubicBezTo>
                    <a:pt x="818" y="891"/>
                    <a:pt x="1036" y="715"/>
                    <a:pt x="1036" y="441"/>
                  </a:cubicBezTo>
                  <a:cubicBezTo>
                    <a:pt x="1036" y="203"/>
                    <a:pt x="834" y="1"/>
                    <a:pt x="59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9"/>
            <p:cNvSpPr/>
            <p:nvPr/>
          </p:nvSpPr>
          <p:spPr>
            <a:xfrm>
              <a:off x="2860488" y="1909718"/>
              <a:ext cx="208510" cy="71642"/>
            </a:xfrm>
            <a:custGeom>
              <a:rect b="b" l="l" r="r" t="t"/>
              <a:pathLst>
                <a:path extrusionOk="0" h="2144" w="6240">
                  <a:moveTo>
                    <a:pt x="132" y="0"/>
                  </a:moveTo>
                  <a:cubicBezTo>
                    <a:pt x="60" y="0"/>
                    <a:pt x="1" y="60"/>
                    <a:pt x="1" y="131"/>
                  </a:cubicBezTo>
                  <a:lnTo>
                    <a:pt x="1" y="2013"/>
                  </a:lnTo>
                  <a:cubicBezTo>
                    <a:pt x="1" y="2084"/>
                    <a:pt x="60" y="2144"/>
                    <a:pt x="132" y="2144"/>
                  </a:cubicBezTo>
                  <a:lnTo>
                    <a:pt x="6109" y="2144"/>
                  </a:lnTo>
                  <a:cubicBezTo>
                    <a:pt x="6180" y="2144"/>
                    <a:pt x="6239" y="2084"/>
                    <a:pt x="6239" y="2013"/>
                  </a:cubicBezTo>
                  <a:lnTo>
                    <a:pt x="6239" y="131"/>
                  </a:lnTo>
                  <a:cubicBezTo>
                    <a:pt x="6239" y="60"/>
                    <a:pt x="6180" y="0"/>
                    <a:pt x="610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9"/>
            <p:cNvSpPr/>
            <p:nvPr/>
          </p:nvSpPr>
          <p:spPr>
            <a:xfrm>
              <a:off x="3077719" y="1909718"/>
              <a:ext cx="208109" cy="71642"/>
            </a:xfrm>
            <a:custGeom>
              <a:rect b="b" l="l" r="r" t="t"/>
              <a:pathLst>
                <a:path extrusionOk="0" h="2144" w="6228">
                  <a:moveTo>
                    <a:pt x="119" y="0"/>
                  </a:moveTo>
                  <a:cubicBezTo>
                    <a:pt x="48" y="0"/>
                    <a:pt x="0" y="60"/>
                    <a:pt x="0" y="131"/>
                  </a:cubicBezTo>
                  <a:lnTo>
                    <a:pt x="0" y="2013"/>
                  </a:lnTo>
                  <a:cubicBezTo>
                    <a:pt x="0" y="2084"/>
                    <a:pt x="48" y="2144"/>
                    <a:pt x="119" y="2144"/>
                  </a:cubicBezTo>
                  <a:lnTo>
                    <a:pt x="6096" y="2144"/>
                  </a:lnTo>
                  <a:cubicBezTo>
                    <a:pt x="6168" y="2144"/>
                    <a:pt x="6227" y="2084"/>
                    <a:pt x="6227" y="2013"/>
                  </a:cubicBezTo>
                  <a:lnTo>
                    <a:pt x="6227" y="131"/>
                  </a:lnTo>
                  <a:cubicBezTo>
                    <a:pt x="6227" y="60"/>
                    <a:pt x="6168" y="0"/>
                    <a:pt x="609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9"/>
            <p:cNvSpPr/>
            <p:nvPr/>
          </p:nvSpPr>
          <p:spPr>
            <a:xfrm>
              <a:off x="3294148" y="1910119"/>
              <a:ext cx="208510" cy="71642"/>
            </a:xfrm>
            <a:custGeom>
              <a:rect b="b" l="l" r="r" t="t"/>
              <a:pathLst>
                <a:path extrusionOk="0" h="2144" w="6240">
                  <a:moveTo>
                    <a:pt x="131" y="0"/>
                  </a:moveTo>
                  <a:cubicBezTo>
                    <a:pt x="60" y="0"/>
                    <a:pt x="0" y="60"/>
                    <a:pt x="0" y="131"/>
                  </a:cubicBezTo>
                  <a:lnTo>
                    <a:pt x="0" y="2012"/>
                  </a:lnTo>
                  <a:cubicBezTo>
                    <a:pt x="0" y="2084"/>
                    <a:pt x="60" y="2143"/>
                    <a:pt x="131" y="2143"/>
                  </a:cubicBezTo>
                  <a:lnTo>
                    <a:pt x="6108" y="2143"/>
                  </a:lnTo>
                  <a:cubicBezTo>
                    <a:pt x="6180" y="2143"/>
                    <a:pt x="6239" y="2084"/>
                    <a:pt x="6239" y="2012"/>
                  </a:cubicBezTo>
                  <a:lnTo>
                    <a:pt x="6239" y="131"/>
                  </a:lnTo>
                  <a:cubicBezTo>
                    <a:pt x="6239" y="60"/>
                    <a:pt x="6180" y="0"/>
                    <a:pt x="61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9"/>
            <p:cNvSpPr/>
            <p:nvPr/>
          </p:nvSpPr>
          <p:spPr>
            <a:xfrm>
              <a:off x="3510977" y="1910119"/>
              <a:ext cx="208510" cy="71642"/>
            </a:xfrm>
            <a:custGeom>
              <a:rect b="b" l="l" r="r" t="t"/>
              <a:pathLst>
                <a:path extrusionOk="0" h="2144" w="6240">
                  <a:moveTo>
                    <a:pt x="131" y="0"/>
                  </a:moveTo>
                  <a:cubicBezTo>
                    <a:pt x="60" y="0"/>
                    <a:pt x="0" y="60"/>
                    <a:pt x="0" y="131"/>
                  </a:cubicBezTo>
                  <a:lnTo>
                    <a:pt x="0" y="2012"/>
                  </a:lnTo>
                  <a:cubicBezTo>
                    <a:pt x="0" y="2084"/>
                    <a:pt x="60" y="2143"/>
                    <a:pt x="131" y="2143"/>
                  </a:cubicBezTo>
                  <a:lnTo>
                    <a:pt x="6108" y="2143"/>
                  </a:lnTo>
                  <a:cubicBezTo>
                    <a:pt x="6180" y="2143"/>
                    <a:pt x="6239" y="2084"/>
                    <a:pt x="6239" y="2012"/>
                  </a:cubicBezTo>
                  <a:lnTo>
                    <a:pt x="6239" y="131"/>
                  </a:lnTo>
                  <a:cubicBezTo>
                    <a:pt x="6239" y="60"/>
                    <a:pt x="6180" y="0"/>
                    <a:pt x="61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9"/>
            <p:cNvSpPr/>
            <p:nvPr/>
          </p:nvSpPr>
          <p:spPr>
            <a:xfrm>
              <a:off x="3727807" y="1910119"/>
              <a:ext cx="208510" cy="71642"/>
            </a:xfrm>
            <a:custGeom>
              <a:rect b="b" l="l" r="r" t="t"/>
              <a:pathLst>
                <a:path extrusionOk="0" h="2144" w="6240">
                  <a:moveTo>
                    <a:pt x="131" y="0"/>
                  </a:moveTo>
                  <a:cubicBezTo>
                    <a:pt x="60" y="0"/>
                    <a:pt x="0" y="60"/>
                    <a:pt x="0" y="131"/>
                  </a:cubicBezTo>
                  <a:lnTo>
                    <a:pt x="0" y="2012"/>
                  </a:lnTo>
                  <a:cubicBezTo>
                    <a:pt x="0" y="2084"/>
                    <a:pt x="60" y="2143"/>
                    <a:pt x="131" y="2143"/>
                  </a:cubicBezTo>
                  <a:lnTo>
                    <a:pt x="6108" y="2143"/>
                  </a:lnTo>
                  <a:cubicBezTo>
                    <a:pt x="6180" y="2143"/>
                    <a:pt x="6239" y="2084"/>
                    <a:pt x="6239" y="2012"/>
                  </a:cubicBezTo>
                  <a:lnTo>
                    <a:pt x="6239" y="131"/>
                  </a:lnTo>
                  <a:cubicBezTo>
                    <a:pt x="6239" y="60"/>
                    <a:pt x="6180" y="0"/>
                    <a:pt x="6108" y="0"/>
                  </a:cubicBezTo>
                  <a:close/>
                </a:path>
              </a:pathLst>
            </a:custGeom>
            <a:solidFill>
              <a:srgbClr val="435BA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9"/>
            <p:cNvSpPr/>
            <p:nvPr/>
          </p:nvSpPr>
          <p:spPr>
            <a:xfrm>
              <a:off x="2969120" y="1826582"/>
              <a:ext cx="208476" cy="71642"/>
            </a:xfrm>
            <a:custGeom>
              <a:rect b="b" l="l" r="r" t="t"/>
              <a:pathLst>
                <a:path extrusionOk="0" h="2144" w="6239">
                  <a:moveTo>
                    <a:pt x="131" y="0"/>
                  </a:moveTo>
                  <a:cubicBezTo>
                    <a:pt x="60" y="0"/>
                    <a:pt x="0" y="60"/>
                    <a:pt x="0" y="131"/>
                  </a:cubicBezTo>
                  <a:lnTo>
                    <a:pt x="0" y="2012"/>
                  </a:lnTo>
                  <a:cubicBezTo>
                    <a:pt x="0" y="2084"/>
                    <a:pt x="60" y="2143"/>
                    <a:pt x="131" y="2143"/>
                  </a:cubicBezTo>
                  <a:lnTo>
                    <a:pt x="6108" y="2143"/>
                  </a:lnTo>
                  <a:cubicBezTo>
                    <a:pt x="6179" y="2143"/>
                    <a:pt x="6239" y="2084"/>
                    <a:pt x="6239" y="2012"/>
                  </a:cubicBezTo>
                  <a:lnTo>
                    <a:pt x="6239" y="131"/>
                  </a:lnTo>
                  <a:cubicBezTo>
                    <a:pt x="6239" y="60"/>
                    <a:pt x="6179" y="0"/>
                    <a:pt x="61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9"/>
            <p:cNvSpPr/>
            <p:nvPr/>
          </p:nvSpPr>
          <p:spPr>
            <a:xfrm>
              <a:off x="3185916" y="1826582"/>
              <a:ext cx="208109" cy="71642"/>
            </a:xfrm>
            <a:custGeom>
              <a:rect b="b" l="l" r="r" t="t"/>
              <a:pathLst>
                <a:path extrusionOk="0" h="2144" w="6228">
                  <a:moveTo>
                    <a:pt x="132" y="0"/>
                  </a:moveTo>
                  <a:cubicBezTo>
                    <a:pt x="60" y="0"/>
                    <a:pt x="1" y="60"/>
                    <a:pt x="1" y="131"/>
                  </a:cubicBezTo>
                  <a:lnTo>
                    <a:pt x="1" y="2012"/>
                  </a:lnTo>
                  <a:cubicBezTo>
                    <a:pt x="1" y="2084"/>
                    <a:pt x="60" y="2143"/>
                    <a:pt x="132" y="2143"/>
                  </a:cubicBezTo>
                  <a:lnTo>
                    <a:pt x="6109" y="2143"/>
                  </a:lnTo>
                  <a:cubicBezTo>
                    <a:pt x="6180" y="2143"/>
                    <a:pt x="6228" y="2084"/>
                    <a:pt x="6228" y="2012"/>
                  </a:cubicBezTo>
                  <a:lnTo>
                    <a:pt x="6228" y="131"/>
                  </a:lnTo>
                  <a:cubicBezTo>
                    <a:pt x="6228" y="60"/>
                    <a:pt x="6180" y="0"/>
                    <a:pt x="610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9"/>
            <p:cNvSpPr/>
            <p:nvPr/>
          </p:nvSpPr>
          <p:spPr>
            <a:xfrm>
              <a:off x="3402746" y="1826949"/>
              <a:ext cx="208510" cy="71675"/>
            </a:xfrm>
            <a:custGeom>
              <a:rect b="b" l="l" r="r" t="t"/>
              <a:pathLst>
                <a:path extrusionOk="0" h="2145" w="6240">
                  <a:moveTo>
                    <a:pt x="132" y="1"/>
                  </a:moveTo>
                  <a:cubicBezTo>
                    <a:pt x="60" y="1"/>
                    <a:pt x="1" y="60"/>
                    <a:pt x="1" y="132"/>
                  </a:cubicBezTo>
                  <a:lnTo>
                    <a:pt x="1" y="2013"/>
                  </a:lnTo>
                  <a:cubicBezTo>
                    <a:pt x="1" y="2085"/>
                    <a:pt x="60" y="2144"/>
                    <a:pt x="132" y="2144"/>
                  </a:cubicBezTo>
                  <a:lnTo>
                    <a:pt x="6109" y="2144"/>
                  </a:lnTo>
                  <a:cubicBezTo>
                    <a:pt x="6180" y="2144"/>
                    <a:pt x="6240" y="2085"/>
                    <a:pt x="6240" y="2013"/>
                  </a:cubicBezTo>
                  <a:lnTo>
                    <a:pt x="6240" y="132"/>
                  </a:lnTo>
                  <a:cubicBezTo>
                    <a:pt x="6240" y="60"/>
                    <a:pt x="6180" y="1"/>
                    <a:pt x="61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9"/>
            <p:cNvSpPr/>
            <p:nvPr/>
          </p:nvSpPr>
          <p:spPr>
            <a:xfrm>
              <a:off x="3619576" y="1826949"/>
              <a:ext cx="208109" cy="71675"/>
            </a:xfrm>
            <a:custGeom>
              <a:rect b="b" l="l" r="r" t="t"/>
              <a:pathLst>
                <a:path extrusionOk="0" h="2145" w="6228">
                  <a:moveTo>
                    <a:pt x="120" y="1"/>
                  </a:moveTo>
                  <a:cubicBezTo>
                    <a:pt x="60" y="1"/>
                    <a:pt x="1" y="60"/>
                    <a:pt x="1" y="132"/>
                  </a:cubicBezTo>
                  <a:lnTo>
                    <a:pt x="1" y="2013"/>
                  </a:lnTo>
                  <a:cubicBezTo>
                    <a:pt x="1" y="2085"/>
                    <a:pt x="60" y="2144"/>
                    <a:pt x="120" y="2144"/>
                  </a:cubicBezTo>
                  <a:lnTo>
                    <a:pt x="6109" y="2144"/>
                  </a:lnTo>
                  <a:cubicBezTo>
                    <a:pt x="6180" y="2144"/>
                    <a:pt x="6228" y="2085"/>
                    <a:pt x="6228" y="2013"/>
                  </a:cubicBezTo>
                  <a:lnTo>
                    <a:pt x="6228" y="132"/>
                  </a:lnTo>
                  <a:cubicBezTo>
                    <a:pt x="6228" y="60"/>
                    <a:pt x="6180" y="1"/>
                    <a:pt x="6109" y="1"/>
                  </a:cubicBezTo>
                  <a:close/>
                </a:path>
              </a:pathLst>
            </a:custGeom>
            <a:solidFill>
              <a:srgbClr val="435BA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9"/>
            <p:cNvSpPr/>
            <p:nvPr/>
          </p:nvSpPr>
          <p:spPr>
            <a:xfrm>
              <a:off x="2969120" y="2158760"/>
              <a:ext cx="208476" cy="71642"/>
            </a:xfrm>
            <a:custGeom>
              <a:rect b="b" l="l" r="r" t="t"/>
              <a:pathLst>
                <a:path extrusionOk="0" h="2144" w="6239">
                  <a:moveTo>
                    <a:pt x="131" y="1"/>
                  </a:moveTo>
                  <a:cubicBezTo>
                    <a:pt x="60" y="1"/>
                    <a:pt x="0" y="60"/>
                    <a:pt x="0" y="132"/>
                  </a:cubicBezTo>
                  <a:lnTo>
                    <a:pt x="0" y="2013"/>
                  </a:lnTo>
                  <a:cubicBezTo>
                    <a:pt x="0" y="2084"/>
                    <a:pt x="60" y="2144"/>
                    <a:pt x="131" y="2144"/>
                  </a:cubicBezTo>
                  <a:lnTo>
                    <a:pt x="6108" y="2144"/>
                  </a:lnTo>
                  <a:cubicBezTo>
                    <a:pt x="6179" y="2144"/>
                    <a:pt x="6239" y="2084"/>
                    <a:pt x="6239" y="2013"/>
                  </a:cubicBezTo>
                  <a:lnTo>
                    <a:pt x="6239" y="132"/>
                  </a:lnTo>
                  <a:cubicBezTo>
                    <a:pt x="6239" y="60"/>
                    <a:pt x="6179" y="1"/>
                    <a:pt x="610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9"/>
            <p:cNvSpPr/>
            <p:nvPr/>
          </p:nvSpPr>
          <p:spPr>
            <a:xfrm>
              <a:off x="3185916" y="2158760"/>
              <a:ext cx="208109" cy="71642"/>
            </a:xfrm>
            <a:custGeom>
              <a:rect b="b" l="l" r="r" t="t"/>
              <a:pathLst>
                <a:path extrusionOk="0" h="2144" w="6228">
                  <a:moveTo>
                    <a:pt x="132" y="1"/>
                  </a:moveTo>
                  <a:cubicBezTo>
                    <a:pt x="60" y="1"/>
                    <a:pt x="1" y="60"/>
                    <a:pt x="1" y="132"/>
                  </a:cubicBezTo>
                  <a:lnTo>
                    <a:pt x="1" y="2013"/>
                  </a:lnTo>
                  <a:cubicBezTo>
                    <a:pt x="1" y="2084"/>
                    <a:pt x="60" y="2144"/>
                    <a:pt x="132" y="2144"/>
                  </a:cubicBezTo>
                  <a:lnTo>
                    <a:pt x="6109" y="2144"/>
                  </a:lnTo>
                  <a:cubicBezTo>
                    <a:pt x="6180" y="2144"/>
                    <a:pt x="6228" y="2084"/>
                    <a:pt x="6228" y="2013"/>
                  </a:cubicBezTo>
                  <a:lnTo>
                    <a:pt x="6228" y="132"/>
                  </a:lnTo>
                  <a:cubicBezTo>
                    <a:pt x="6228" y="60"/>
                    <a:pt x="6180" y="1"/>
                    <a:pt x="61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9"/>
            <p:cNvSpPr/>
            <p:nvPr/>
          </p:nvSpPr>
          <p:spPr>
            <a:xfrm>
              <a:off x="3402746" y="2159161"/>
              <a:ext cx="208510" cy="71642"/>
            </a:xfrm>
            <a:custGeom>
              <a:rect b="b" l="l" r="r" t="t"/>
              <a:pathLst>
                <a:path extrusionOk="0" h="2144" w="6240">
                  <a:moveTo>
                    <a:pt x="132" y="1"/>
                  </a:moveTo>
                  <a:cubicBezTo>
                    <a:pt x="60" y="1"/>
                    <a:pt x="1" y="60"/>
                    <a:pt x="1" y="132"/>
                  </a:cubicBezTo>
                  <a:lnTo>
                    <a:pt x="1" y="2013"/>
                  </a:lnTo>
                  <a:cubicBezTo>
                    <a:pt x="1" y="2084"/>
                    <a:pt x="60" y="2144"/>
                    <a:pt x="132" y="2144"/>
                  </a:cubicBezTo>
                  <a:lnTo>
                    <a:pt x="6109" y="2144"/>
                  </a:lnTo>
                  <a:cubicBezTo>
                    <a:pt x="6180" y="2144"/>
                    <a:pt x="6240" y="2084"/>
                    <a:pt x="6240" y="2013"/>
                  </a:cubicBezTo>
                  <a:lnTo>
                    <a:pt x="6240" y="132"/>
                  </a:lnTo>
                  <a:cubicBezTo>
                    <a:pt x="6240" y="60"/>
                    <a:pt x="6180" y="1"/>
                    <a:pt x="61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9"/>
            <p:cNvSpPr/>
            <p:nvPr/>
          </p:nvSpPr>
          <p:spPr>
            <a:xfrm>
              <a:off x="3619576" y="2159161"/>
              <a:ext cx="208109" cy="71642"/>
            </a:xfrm>
            <a:custGeom>
              <a:rect b="b" l="l" r="r" t="t"/>
              <a:pathLst>
                <a:path extrusionOk="0" h="2144" w="6228">
                  <a:moveTo>
                    <a:pt x="120" y="1"/>
                  </a:moveTo>
                  <a:cubicBezTo>
                    <a:pt x="60" y="1"/>
                    <a:pt x="1" y="60"/>
                    <a:pt x="1" y="132"/>
                  </a:cubicBezTo>
                  <a:lnTo>
                    <a:pt x="1" y="2013"/>
                  </a:lnTo>
                  <a:cubicBezTo>
                    <a:pt x="1" y="2084"/>
                    <a:pt x="60" y="2144"/>
                    <a:pt x="120" y="2144"/>
                  </a:cubicBezTo>
                  <a:lnTo>
                    <a:pt x="6109" y="2144"/>
                  </a:lnTo>
                  <a:cubicBezTo>
                    <a:pt x="6180" y="2144"/>
                    <a:pt x="6228" y="2084"/>
                    <a:pt x="6228" y="2013"/>
                  </a:cubicBezTo>
                  <a:lnTo>
                    <a:pt x="6228" y="132"/>
                  </a:lnTo>
                  <a:cubicBezTo>
                    <a:pt x="6228" y="60"/>
                    <a:pt x="6180" y="1"/>
                    <a:pt x="61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9"/>
            <p:cNvSpPr/>
            <p:nvPr/>
          </p:nvSpPr>
          <p:spPr>
            <a:xfrm>
              <a:off x="2860488" y="2075624"/>
              <a:ext cx="208510" cy="71642"/>
            </a:xfrm>
            <a:custGeom>
              <a:rect b="b" l="l" r="r" t="t"/>
              <a:pathLst>
                <a:path extrusionOk="0" h="2144" w="6240">
                  <a:moveTo>
                    <a:pt x="132" y="0"/>
                  </a:moveTo>
                  <a:cubicBezTo>
                    <a:pt x="60" y="0"/>
                    <a:pt x="1" y="60"/>
                    <a:pt x="1" y="131"/>
                  </a:cubicBezTo>
                  <a:lnTo>
                    <a:pt x="1" y="2012"/>
                  </a:lnTo>
                  <a:cubicBezTo>
                    <a:pt x="1" y="2084"/>
                    <a:pt x="60" y="2143"/>
                    <a:pt x="132" y="2143"/>
                  </a:cubicBezTo>
                  <a:lnTo>
                    <a:pt x="6109" y="2143"/>
                  </a:lnTo>
                  <a:cubicBezTo>
                    <a:pt x="6180" y="2143"/>
                    <a:pt x="6239" y="2084"/>
                    <a:pt x="6239" y="2012"/>
                  </a:cubicBezTo>
                  <a:lnTo>
                    <a:pt x="6239" y="131"/>
                  </a:lnTo>
                  <a:cubicBezTo>
                    <a:pt x="6239" y="60"/>
                    <a:pt x="6180" y="0"/>
                    <a:pt x="610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3077719" y="2075624"/>
              <a:ext cx="208109" cy="71642"/>
            </a:xfrm>
            <a:custGeom>
              <a:rect b="b" l="l" r="r" t="t"/>
              <a:pathLst>
                <a:path extrusionOk="0" h="2144" w="6228">
                  <a:moveTo>
                    <a:pt x="119" y="0"/>
                  </a:moveTo>
                  <a:cubicBezTo>
                    <a:pt x="48" y="0"/>
                    <a:pt x="0" y="60"/>
                    <a:pt x="0" y="131"/>
                  </a:cubicBezTo>
                  <a:lnTo>
                    <a:pt x="0" y="2012"/>
                  </a:lnTo>
                  <a:cubicBezTo>
                    <a:pt x="0" y="2084"/>
                    <a:pt x="48" y="2143"/>
                    <a:pt x="119" y="2143"/>
                  </a:cubicBezTo>
                  <a:lnTo>
                    <a:pt x="6096" y="2143"/>
                  </a:lnTo>
                  <a:cubicBezTo>
                    <a:pt x="6168" y="2143"/>
                    <a:pt x="6227" y="2084"/>
                    <a:pt x="6227" y="2012"/>
                  </a:cubicBezTo>
                  <a:lnTo>
                    <a:pt x="6227" y="131"/>
                  </a:lnTo>
                  <a:cubicBezTo>
                    <a:pt x="6227" y="60"/>
                    <a:pt x="6168" y="0"/>
                    <a:pt x="609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9"/>
            <p:cNvSpPr/>
            <p:nvPr/>
          </p:nvSpPr>
          <p:spPr>
            <a:xfrm>
              <a:off x="3294148" y="2076426"/>
              <a:ext cx="208510" cy="71241"/>
            </a:xfrm>
            <a:custGeom>
              <a:rect b="b" l="l" r="r" t="t"/>
              <a:pathLst>
                <a:path extrusionOk="0" h="2132" w="6240">
                  <a:moveTo>
                    <a:pt x="131" y="0"/>
                  </a:moveTo>
                  <a:cubicBezTo>
                    <a:pt x="60" y="0"/>
                    <a:pt x="0" y="48"/>
                    <a:pt x="0" y="119"/>
                  </a:cubicBezTo>
                  <a:lnTo>
                    <a:pt x="0" y="2000"/>
                  </a:lnTo>
                  <a:cubicBezTo>
                    <a:pt x="0" y="2072"/>
                    <a:pt x="60" y="2131"/>
                    <a:pt x="131" y="2131"/>
                  </a:cubicBezTo>
                  <a:lnTo>
                    <a:pt x="6108" y="2131"/>
                  </a:lnTo>
                  <a:cubicBezTo>
                    <a:pt x="6180" y="2131"/>
                    <a:pt x="6239" y="2072"/>
                    <a:pt x="6239" y="2000"/>
                  </a:cubicBezTo>
                  <a:lnTo>
                    <a:pt x="6239" y="119"/>
                  </a:lnTo>
                  <a:cubicBezTo>
                    <a:pt x="6239" y="48"/>
                    <a:pt x="6180" y="0"/>
                    <a:pt x="61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9"/>
            <p:cNvSpPr/>
            <p:nvPr/>
          </p:nvSpPr>
          <p:spPr>
            <a:xfrm>
              <a:off x="3510977" y="2076426"/>
              <a:ext cx="208510" cy="71241"/>
            </a:xfrm>
            <a:custGeom>
              <a:rect b="b" l="l" r="r" t="t"/>
              <a:pathLst>
                <a:path extrusionOk="0" h="2132" w="6240">
                  <a:moveTo>
                    <a:pt x="131" y="0"/>
                  </a:moveTo>
                  <a:cubicBezTo>
                    <a:pt x="60" y="0"/>
                    <a:pt x="0" y="48"/>
                    <a:pt x="0" y="119"/>
                  </a:cubicBezTo>
                  <a:lnTo>
                    <a:pt x="0" y="2000"/>
                  </a:lnTo>
                  <a:cubicBezTo>
                    <a:pt x="0" y="2072"/>
                    <a:pt x="60" y="2131"/>
                    <a:pt x="131" y="2131"/>
                  </a:cubicBezTo>
                  <a:lnTo>
                    <a:pt x="6108" y="2131"/>
                  </a:lnTo>
                  <a:cubicBezTo>
                    <a:pt x="6180" y="2131"/>
                    <a:pt x="6239" y="2072"/>
                    <a:pt x="6239" y="2000"/>
                  </a:cubicBezTo>
                  <a:lnTo>
                    <a:pt x="6239" y="119"/>
                  </a:lnTo>
                  <a:cubicBezTo>
                    <a:pt x="6239" y="48"/>
                    <a:pt x="6180" y="0"/>
                    <a:pt x="61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9"/>
            <p:cNvSpPr/>
            <p:nvPr/>
          </p:nvSpPr>
          <p:spPr>
            <a:xfrm>
              <a:off x="3727807" y="2076426"/>
              <a:ext cx="208510" cy="71241"/>
            </a:xfrm>
            <a:custGeom>
              <a:rect b="b" l="l" r="r" t="t"/>
              <a:pathLst>
                <a:path extrusionOk="0" h="2132" w="6240">
                  <a:moveTo>
                    <a:pt x="131" y="0"/>
                  </a:moveTo>
                  <a:cubicBezTo>
                    <a:pt x="60" y="0"/>
                    <a:pt x="0" y="48"/>
                    <a:pt x="0" y="119"/>
                  </a:cubicBezTo>
                  <a:lnTo>
                    <a:pt x="0" y="2000"/>
                  </a:lnTo>
                  <a:cubicBezTo>
                    <a:pt x="0" y="2072"/>
                    <a:pt x="60" y="2131"/>
                    <a:pt x="131" y="2131"/>
                  </a:cubicBezTo>
                  <a:lnTo>
                    <a:pt x="6108" y="2131"/>
                  </a:lnTo>
                  <a:cubicBezTo>
                    <a:pt x="6180" y="2131"/>
                    <a:pt x="6239" y="2072"/>
                    <a:pt x="6239" y="2000"/>
                  </a:cubicBezTo>
                  <a:lnTo>
                    <a:pt x="6239" y="119"/>
                  </a:lnTo>
                  <a:cubicBezTo>
                    <a:pt x="6239" y="48"/>
                    <a:pt x="6180" y="0"/>
                    <a:pt x="61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9"/>
            <p:cNvSpPr/>
            <p:nvPr/>
          </p:nvSpPr>
          <p:spPr>
            <a:xfrm>
              <a:off x="2969120" y="1992855"/>
              <a:ext cx="208476" cy="71274"/>
            </a:xfrm>
            <a:custGeom>
              <a:rect b="b" l="l" r="r" t="t"/>
              <a:pathLst>
                <a:path extrusionOk="0" h="2133" w="6239">
                  <a:moveTo>
                    <a:pt x="131" y="1"/>
                  </a:moveTo>
                  <a:cubicBezTo>
                    <a:pt x="60" y="1"/>
                    <a:pt x="0" y="60"/>
                    <a:pt x="0" y="132"/>
                  </a:cubicBezTo>
                  <a:lnTo>
                    <a:pt x="0" y="2013"/>
                  </a:lnTo>
                  <a:cubicBezTo>
                    <a:pt x="0" y="2084"/>
                    <a:pt x="60" y="2132"/>
                    <a:pt x="131" y="2132"/>
                  </a:cubicBezTo>
                  <a:lnTo>
                    <a:pt x="6108" y="2132"/>
                  </a:lnTo>
                  <a:cubicBezTo>
                    <a:pt x="6179" y="2132"/>
                    <a:pt x="6239" y="2084"/>
                    <a:pt x="6239" y="2013"/>
                  </a:cubicBezTo>
                  <a:lnTo>
                    <a:pt x="6239" y="132"/>
                  </a:lnTo>
                  <a:cubicBezTo>
                    <a:pt x="6239" y="60"/>
                    <a:pt x="6179" y="1"/>
                    <a:pt x="610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9"/>
            <p:cNvSpPr/>
            <p:nvPr/>
          </p:nvSpPr>
          <p:spPr>
            <a:xfrm>
              <a:off x="3185916" y="1992855"/>
              <a:ext cx="208109" cy="71274"/>
            </a:xfrm>
            <a:custGeom>
              <a:rect b="b" l="l" r="r" t="t"/>
              <a:pathLst>
                <a:path extrusionOk="0" h="2133" w="6228">
                  <a:moveTo>
                    <a:pt x="132" y="1"/>
                  </a:moveTo>
                  <a:cubicBezTo>
                    <a:pt x="60" y="1"/>
                    <a:pt x="1" y="60"/>
                    <a:pt x="1" y="132"/>
                  </a:cubicBezTo>
                  <a:lnTo>
                    <a:pt x="1" y="2013"/>
                  </a:lnTo>
                  <a:cubicBezTo>
                    <a:pt x="1" y="2084"/>
                    <a:pt x="60" y="2132"/>
                    <a:pt x="132" y="2132"/>
                  </a:cubicBezTo>
                  <a:lnTo>
                    <a:pt x="6109" y="2132"/>
                  </a:lnTo>
                  <a:cubicBezTo>
                    <a:pt x="6180" y="2132"/>
                    <a:pt x="6228" y="2084"/>
                    <a:pt x="6228" y="2013"/>
                  </a:cubicBezTo>
                  <a:lnTo>
                    <a:pt x="6228" y="132"/>
                  </a:lnTo>
                  <a:cubicBezTo>
                    <a:pt x="6228" y="60"/>
                    <a:pt x="6180" y="1"/>
                    <a:pt x="61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9"/>
            <p:cNvSpPr/>
            <p:nvPr/>
          </p:nvSpPr>
          <p:spPr>
            <a:xfrm>
              <a:off x="3402746" y="1993256"/>
              <a:ext cx="208510" cy="71241"/>
            </a:xfrm>
            <a:custGeom>
              <a:rect b="b" l="l" r="r" t="t"/>
              <a:pathLst>
                <a:path extrusionOk="0" h="2132" w="6240">
                  <a:moveTo>
                    <a:pt x="132" y="1"/>
                  </a:moveTo>
                  <a:cubicBezTo>
                    <a:pt x="60" y="1"/>
                    <a:pt x="1" y="60"/>
                    <a:pt x="1" y="120"/>
                  </a:cubicBezTo>
                  <a:lnTo>
                    <a:pt x="1" y="2013"/>
                  </a:lnTo>
                  <a:cubicBezTo>
                    <a:pt x="1" y="2084"/>
                    <a:pt x="60" y="2132"/>
                    <a:pt x="132" y="2132"/>
                  </a:cubicBezTo>
                  <a:lnTo>
                    <a:pt x="6109" y="2132"/>
                  </a:lnTo>
                  <a:cubicBezTo>
                    <a:pt x="6180" y="2132"/>
                    <a:pt x="6240" y="2084"/>
                    <a:pt x="6240" y="2013"/>
                  </a:cubicBezTo>
                  <a:lnTo>
                    <a:pt x="6240" y="120"/>
                  </a:lnTo>
                  <a:cubicBezTo>
                    <a:pt x="6240" y="60"/>
                    <a:pt x="6180" y="1"/>
                    <a:pt x="61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9"/>
            <p:cNvSpPr/>
            <p:nvPr/>
          </p:nvSpPr>
          <p:spPr>
            <a:xfrm>
              <a:off x="3619576" y="1993256"/>
              <a:ext cx="208109" cy="71241"/>
            </a:xfrm>
            <a:custGeom>
              <a:rect b="b" l="l" r="r" t="t"/>
              <a:pathLst>
                <a:path extrusionOk="0" h="2132" w="6228">
                  <a:moveTo>
                    <a:pt x="120" y="1"/>
                  </a:moveTo>
                  <a:cubicBezTo>
                    <a:pt x="60" y="1"/>
                    <a:pt x="1" y="60"/>
                    <a:pt x="1" y="120"/>
                  </a:cubicBezTo>
                  <a:lnTo>
                    <a:pt x="1" y="2013"/>
                  </a:lnTo>
                  <a:cubicBezTo>
                    <a:pt x="1" y="2084"/>
                    <a:pt x="60" y="2132"/>
                    <a:pt x="120" y="2132"/>
                  </a:cubicBezTo>
                  <a:lnTo>
                    <a:pt x="6109" y="2132"/>
                  </a:lnTo>
                  <a:cubicBezTo>
                    <a:pt x="6180" y="2132"/>
                    <a:pt x="6228" y="2084"/>
                    <a:pt x="6228" y="2013"/>
                  </a:cubicBezTo>
                  <a:lnTo>
                    <a:pt x="6228" y="120"/>
                  </a:lnTo>
                  <a:cubicBezTo>
                    <a:pt x="6228" y="60"/>
                    <a:pt x="6180" y="1"/>
                    <a:pt x="61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9"/>
            <p:cNvSpPr/>
            <p:nvPr/>
          </p:nvSpPr>
          <p:spPr>
            <a:xfrm>
              <a:off x="3015667" y="1970199"/>
              <a:ext cx="219637" cy="262809"/>
            </a:xfrm>
            <a:custGeom>
              <a:rect b="b" l="l" r="r" t="t"/>
              <a:pathLst>
                <a:path extrusionOk="0" h="7865" w="6573">
                  <a:moveTo>
                    <a:pt x="3108" y="0"/>
                  </a:moveTo>
                  <a:cubicBezTo>
                    <a:pt x="3060" y="1096"/>
                    <a:pt x="1738" y="2155"/>
                    <a:pt x="1846" y="3251"/>
                  </a:cubicBezTo>
                  <a:cubicBezTo>
                    <a:pt x="1619" y="2989"/>
                    <a:pt x="1607" y="2572"/>
                    <a:pt x="1429" y="2274"/>
                  </a:cubicBezTo>
                  <a:cubicBezTo>
                    <a:pt x="953" y="3131"/>
                    <a:pt x="619" y="4251"/>
                    <a:pt x="1226" y="5072"/>
                  </a:cubicBezTo>
                  <a:cubicBezTo>
                    <a:pt x="881" y="4929"/>
                    <a:pt x="417" y="4715"/>
                    <a:pt x="262" y="4417"/>
                  </a:cubicBezTo>
                  <a:cubicBezTo>
                    <a:pt x="0" y="4763"/>
                    <a:pt x="143" y="6096"/>
                    <a:pt x="226" y="6346"/>
                  </a:cubicBezTo>
                  <a:cubicBezTo>
                    <a:pt x="405" y="6882"/>
                    <a:pt x="786" y="7311"/>
                    <a:pt x="1286" y="7561"/>
                  </a:cubicBezTo>
                  <a:cubicBezTo>
                    <a:pt x="1655" y="7739"/>
                    <a:pt x="2060" y="7834"/>
                    <a:pt x="2477" y="7846"/>
                  </a:cubicBezTo>
                  <a:cubicBezTo>
                    <a:pt x="2688" y="7854"/>
                    <a:pt x="2919" y="7864"/>
                    <a:pt x="3155" y="7864"/>
                  </a:cubicBezTo>
                  <a:cubicBezTo>
                    <a:pt x="3610" y="7864"/>
                    <a:pt x="4085" y="7829"/>
                    <a:pt x="4477" y="7680"/>
                  </a:cubicBezTo>
                  <a:cubicBezTo>
                    <a:pt x="6215" y="7061"/>
                    <a:pt x="6572" y="4679"/>
                    <a:pt x="6382" y="3941"/>
                  </a:cubicBezTo>
                  <a:lnTo>
                    <a:pt x="6382" y="3941"/>
                  </a:lnTo>
                  <a:cubicBezTo>
                    <a:pt x="6185" y="4161"/>
                    <a:pt x="5321" y="5015"/>
                    <a:pt x="4979" y="5015"/>
                  </a:cubicBezTo>
                  <a:cubicBezTo>
                    <a:pt x="4970" y="5015"/>
                    <a:pt x="4961" y="5014"/>
                    <a:pt x="4953" y="5013"/>
                  </a:cubicBezTo>
                  <a:cubicBezTo>
                    <a:pt x="5310" y="4775"/>
                    <a:pt x="5417" y="3453"/>
                    <a:pt x="5024" y="2631"/>
                  </a:cubicBezTo>
                  <a:lnTo>
                    <a:pt x="5024" y="2631"/>
                  </a:lnTo>
                  <a:cubicBezTo>
                    <a:pt x="4905" y="2893"/>
                    <a:pt x="5013" y="3893"/>
                    <a:pt x="4703" y="3989"/>
                  </a:cubicBezTo>
                  <a:cubicBezTo>
                    <a:pt x="4774" y="2810"/>
                    <a:pt x="4060" y="1869"/>
                    <a:pt x="3917" y="1453"/>
                  </a:cubicBezTo>
                  <a:cubicBezTo>
                    <a:pt x="3751" y="1643"/>
                    <a:pt x="3762" y="1965"/>
                    <a:pt x="3762" y="2191"/>
                  </a:cubicBezTo>
                  <a:cubicBezTo>
                    <a:pt x="3631" y="1227"/>
                    <a:pt x="3536" y="905"/>
                    <a:pt x="310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9"/>
            <p:cNvSpPr/>
            <p:nvPr/>
          </p:nvSpPr>
          <p:spPr>
            <a:xfrm>
              <a:off x="3059407" y="2096308"/>
              <a:ext cx="121397" cy="137302"/>
            </a:xfrm>
            <a:custGeom>
              <a:rect b="b" l="l" r="r" t="t"/>
              <a:pathLst>
                <a:path extrusionOk="0" h="4109" w="3633">
                  <a:moveTo>
                    <a:pt x="1989" y="0"/>
                  </a:moveTo>
                  <a:lnTo>
                    <a:pt x="1989" y="0"/>
                  </a:lnTo>
                  <a:cubicBezTo>
                    <a:pt x="1584" y="560"/>
                    <a:pt x="1418" y="1251"/>
                    <a:pt x="1501" y="1929"/>
                  </a:cubicBezTo>
                  <a:cubicBezTo>
                    <a:pt x="1239" y="1774"/>
                    <a:pt x="1048" y="1513"/>
                    <a:pt x="977" y="1215"/>
                  </a:cubicBezTo>
                  <a:cubicBezTo>
                    <a:pt x="846" y="1536"/>
                    <a:pt x="775" y="1894"/>
                    <a:pt x="787" y="2239"/>
                  </a:cubicBezTo>
                  <a:cubicBezTo>
                    <a:pt x="775" y="2501"/>
                    <a:pt x="882" y="2739"/>
                    <a:pt x="1072" y="2906"/>
                  </a:cubicBezTo>
                  <a:cubicBezTo>
                    <a:pt x="656" y="2846"/>
                    <a:pt x="310" y="2548"/>
                    <a:pt x="191" y="2144"/>
                  </a:cubicBezTo>
                  <a:lnTo>
                    <a:pt x="191" y="2144"/>
                  </a:lnTo>
                  <a:cubicBezTo>
                    <a:pt x="1" y="2596"/>
                    <a:pt x="286" y="3346"/>
                    <a:pt x="703" y="3656"/>
                  </a:cubicBezTo>
                  <a:cubicBezTo>
                    <a:pt x="1107" y="3957"/>
                    <a:pt x="1526" y="4108"/>
                    <a:pt x="1952" y="4108"/>
                  </a:cubicBezTo>
                  <a:cubicBezTo>
                    <a:pt x="2268" y="4108"/>
                    <a:pt x="2587" y="4025"/>
                    <a:pt x="2906" y="3858"/>
                  </a:cubicBezTo>
                  <a:cubicBezTo>
                    <a:pt x="3632" y="3489"/>
                    <a:pt x="3596" y="2453"/>
                    <a:pt x="3632" y="2239"/>
                  </a:cubicBezTo>
                  <a:lnTo>
                    <a:pt x="3632" y="2239"/>
                  </a:lnTo>
                  <a:cubicBezTo>
                    <a:pt x="3492" y="2433"/>
                    <a:pt x="3216" y="2627"/>
                    <a:pt x="2962" y="2627"/>
                  </a:cubicBezTo>
                  <a:cubicBezTo>
                    <a:pt x="2935" y="2627"/>
                    <a:pt x="2908" y="2624"/>
                    <a:pt x="2882" y="2620"/>
                  </a:cubicBezTo>
                  <a:cubicBezTo>
                    <a:pt x="3192" y="2334"/>
                    <a:pt x="3239" y="1822"/>
                    <a:pt x="3275" y="1429"/>
                  </a:cubicBezTo>
                  <a:lnTo>
                    <a:pt x="3275" y="1429"/>
                  </a:lnTo>
                  <a:cubicBezTo>
                    <a:pt x="3049" y="1560"/>
                    <a:pt x="2894" y="1941"/>
                    <a:pt x="2453" y="2048"/>
                  </a:cubicBezTo>
                  <a:cubicBezTo>
                    <a:pt x="1977" y="1489"/>
                    <a:pt x="1989" y="262"/>
                    <a:pt x="19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9"/>
            <p:cNvSpPr/>
            <p:nvPr/>
          </p:nvSpPr>
          <p:spPr>
            <a:xfrm>
              <a:off x="3545996" y="1605775"/>
              <a:ext cx="463900" cy="463900"/>
            </a:xfrm>
            <a:custGeom>
              <a:rect b="b" l="l" r="r" t="t"/>
              <a:pathLst>
                <a:path extrusionOk="0" h="13883" w="13883">
                  <a:moveTo>
                    <a:pt x="6941" y="0"/>
                  </a:moveTo>
                  <a:cubicBezTo>
                    <a:pt x="3108" y="0"/>
                    <a:pt x="0" y="3108"/>
                    <a:pt x="0" y="6941"/>
                  </a:cubicBezTo>
                  <a:cubicBezTo>
                    <a:pt x="0" y="10775"/>
                    <a:pt x="3108" y="13883"/>
                    <a:pt x="6941" y="13883"/>
                  </a:cubicBezTo>
                  <a:cubicBezTo>
                    <a:pt x="10775" y="13883"/>
                    <a:pt x="13883" y="10775"/>
                    <a:pt x="13883" y="6941"/>
                  </a:cubicBezTo>
                  <a:cubicBezTo>
                    <a:pt x="13883" y="3108"/>
                    <a:pt x="10775" y="0"/>
                    <a:pt x="69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9"/>
            <p:cNvSpPr/>
            <p:nvPr/>
          </p:nvSpPr>
          <p:spPr>
            <a:xfrm>
              <a:off x="3569053" y="1644069"/>
              <a:ext cx="402651" cy="387414"/>
            </a:xfrm>
            <a:custGeom>
              <a:rect b="b" l="l" r="r" t="t"/>
              <a:pathLst>
                <a:path extrusionOk="0" h="11594" w="12050">
                  <a:moveTo>
                    <a:pt x="6267" y="0"/>
                  </a:moveTo>
                  <a:cubicBezTo>
                    <a:pt x="4754" y="0"/>
                    <a:pt x="3265" y="591"/>
                    <a:pt x="2156" y="1700"/>
                  </a:cubicBezTo>
                  <a:cubicBezTo>
                    <a:pt x="501" y="3355"/>
                    <a:pt x="1" y="5843"/>
                    <a:pt x="894" y="8010"/>
                  </a:cubicBezTo>
                  <a:cubicBezTo>
                    <a:pt x="1787" y="10177"/>
                    <a:pt x="3906" y="11594"/>
                    <a:pt x="6251" y="11594"/>
                  </a:cubicBezTo>
                  <a:cubicBezTo>
                    <a:pt x="9442" y="11594"/>
                    <a:pt x="12050" y="8998"/>
                    <a:pt x="12050" y="5795"/>
                  </a:cubicBezTo>
                  <a:cubicBezTo>
                    <a:pt x="12050" y="3450"/>
                    <a:pt x="10645" y="1342"/>
                    <a:pt x="8478" y="438"/>
                  </a:cubicBezTo>
                  <a:cubicBezTo>
                    <a:pt x="7763" y="143"/>
                    <a:pt x="7012" y="0"/>
                    <a:pt x="62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9"/>
            <p:cNvSpPr/>
            <p:nvPr/>
          </p:nvSpPr>
          <p:spPr>
            <a:xfrm>
              <a:off x="3625558" y="1815421"/>
              <a:ext cx="307953" cy="222043"/>
            </a:xfrm>
            <a:custGeom>
              <a:rect b="b" l="l" r="r" t="t"/>
              <a:pathLst>
                <a:path extrusionOk="0" h="6645" w="9216">
                  <a:moveTo>
                    <a:pt x="5906" y="1"/>
                  </a:moveTo>
                  <a:lnTo>
                    <a:pt x="2786" y="36"/>
                  </a:lnTo>
                  <a:cubicBezTo>
                    <a:pt x="2786" y="36"/>
                    <a:pt x="1131" y="1263"/>
                    <a:pt x="774" y="1739"/>
                  </a:cubicBezTo>
                  <a:cubicBezTo>
                    <a:pt x="0" y="2787"/>
                    <a:pt x="1060" y="6644"/>
                    <a:pt x="1060" y="6644"/>
                  </a:cubicBezTo>
                  <a:lnTo>
                    <a:pt x="8228" y="6644"/>
                  </a:lnTo>
                  <a:cubicBezTo>
                    <a:pt x="8228" y="6644"/>
                    <a:pt x="9216" y="2370"/>
                    <a:pt x="8097" y="1251"/>
                  </a:cubicBezTo>
                  <a:cubicBezTo>
                    <a:pt x="7751" y="906"/>
                    <a:pt x="5906" y="1"/>
                    <a:pt x="59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9"/>
            <p:cNvSpPr/>
            <p:nvPr/>
          </p:nvSpPr>
          <p:spPr>
            <a:xfrm>
              <a:off x="3682831" y="1652155"/>
              <a:ext cx="169514" cy="224983"/>
            </a:xfrm>
            <a:custGeom>
              <a:rect b="b" l="l" r="r" t="t"/>
              <a:pathLst>
                <a:path extrusionOk="0" h="6733" w="5073">
                  <a:moveTo>
                    <a:pt x="2522" y="0"/>
                  </a:moveTo>
                  <a:cubicBezTo>
                    <a:pt x="2461" y="0"/>
                    <a:pt x="2398" y="2"/>
                    <a:pt x="2334" y="5"/>
                  </a:cubicBezTo>
                  <a:cubicBezTo>
                    <a:pt x="1632" y="41"/>
                    <a:pt x="1108" y="493"/>
                    <a:pt x="715" y="1053"/>
                  </a:cubicBezTo>
                  <a:cubicBezTo>
                    <a:pt x="132" y="1910"/>
                    <a:pt x="1" y="3017"/>
                    <a:pt x="382" y="3994"/>
                  </a:cubicBezTo>
                  <a:cubicBezTo>
                    <a:pt x="632" y="4660"/>
                    <a:pt x="1001" y="5399"/>
                    <a:pt x="1489" y="5851"/>
                  </a:cubicBezTo>
                  <a:cubicBezTo>
                    <a:pt x="1668" y="6113"/>
                    <a:pt x="2596" y="6732"/>
                    <a:pt x="2596" y="6732"/>
                  </a:cubicBezTo>
                  <a:cubicBezTo>
                    <a:pt x="2596" y="6732"/>
                    <a:pt x="2601" y="6733"/>
                    <a:pt x="2611" y="6733"/>
                  </a:cubicBezTo>
                  <a:cubicBezTo>
                    <a:pt x="2691" y="6733"/>
                    <a:pt x="3111" y="6685"/>
                    <a:pt x="3930" y="5792"/>
                  </a:cubicBezTo>
                  <a:cubicBezTo>
                    <a:pt x="4847" y="4779"/>
                    <a:pt x="5073" y="3077"/>
                    <a:pt x="5037" y="2493"/>
                  </a:cubicBezTo>
                  <a:cubicBezTo>
                    <a:pt x="5002" y="1927"/>
                    <a:pt x="4608" y="0"/>
                    <a:pt x="25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9"/>
            <p:cNvSpPr/>
            <p:nvPr/>
          </p:nvSpPr>
          <p:spPr>
            <a:xfrm>
              <a:off x="3698770" y="1698836"/>
              <a:ext cx="140443" cy="174694"/>
            </a:xfrm>
            <a:custGeom>
              <a:rect b="b" l="l" r="r" t="t"/>
              <a:pathLst>
                <a:path extrusionOk="0" h="5228" w="4203">
                  <a:moveTo>
                    <a:pt x="1938" y="1"/>
                  </a:moveTo>
                  <a:cubicBezTo>
                    <a:pt x="1927" y="1"/>
                    <a:pt x="1916" y="1"/>
                    <a:pt x="1905" y="1"/>
                  </a:cubicBezTo>
                  <a:cubicBezTo>
                    <a:pt x="583" y="13"/>
                    <a:pt x="0" y="1966"/>
                    <a:pt x="0" y="1966"/>
                  </a:cubicBezTo>
                  <a:cubicBezTo>
                    <a:pt x="0" y="1966"/>
                    <a:pt x="274" y="3716"/>
                    <a:pt x="1226" y="4525"/>
                  </a:cubicBezTo>
                  <a:cubicBezTo>
                    <a:pt x="1369" y="4728"/>
                    <a:pt x="2107" y="5228"/>
                    <a:pt x="2107" y="5228"/>
                  </a:cubicBezTo>
                  <a:cubicBezTo>
                    <a:pt x="2107" y="5228"/>
                    <a:pt x="2429" y="5109"/>
                    <a:pt x="3167" y="4466"/>
                  </a:cubicBezTo>
                  <a:cubicBezTo>
                    <a:pt x="3989" y="3763"/>
                    <a:pt x="4203" y="2323"/>
                    <a:pt x="4167" y="1858"/>
                  </a:cubicBezTo>
                  <a:cubicBezTo>
                    <a:pt x="4144" y="1398"/>
                    <a:pt x="3230" y="1"/>
                    <a:pt x="193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9"/>
            <p:cNvSpPr/>
            <p:nvPr/>
          </p:nvSpPr>
          <p:spPr>
            <a:xfrm>
              <a:off x="3717449" y="1778063"/>
              <a:ext cx="103085" cy="109935"/>
            </a:xfrm>
            <a:custGeom>
              <a:rect b="b" l="l" r="r" t="t"/>
              <a:pathLst>
                <a:path extrusionOk="0" h="3290" w="3085">
                  <a:moveTo>
                    <a:pt x="1532" y="1"/>
                  </a:moveTo>
                  <a:cubicBezTo>
                    <a:pt x="1135" y="1"/>
                    <a:pt x="732" y="102"/>
                    <a:pt x="763" y="321"/>
                  </a:cubicBezTo>
                  <a:cubicBezTo>
                    <a:pt x="822" y="714"/>
                    <a:pt x="810" y="1392"/>
                    <a:pt x="596" y="1476"/>
                  </a:cubicBezTo>
                  <a:cubicBezTo>
                    <a:pt x="529" y="1504"/>
                    <a:pt x="440" y="1513"/>
                    <a:pt x="352" y="1513"/>
                  </a:cubicBezTo>
                  <a:cubicBezTo>
                    <a:pt x="175" y="1513"/>
                    <a:pt x="1" y="1476"/>
                    <a:pt x="1" y="1476"/>
                  </a:cubicBezTo>
                  <a:lnTo>
                    <a:pt x="1" y="1476"/>
                  </a:lnTo>
                  <a:cubicBezTo>
                    <a:pt x="1" y="1476"/>
                    <a:pt x="1105" y="3290"/>
                    <a:pt x="1614" y="3290"/>
                  </a:cubicBezTo>
                  <a:cubicBezTo>
                    <a:pt x="1629" y="3290"/>
                    <a:pt x="1642" y="3288"/>
                    <a:pt x="1656" y="3286"/>
                  </a:cubicBezTo>
                  <a:cubicBezTo>
                    <a:pt x="2132" y="3190"/>
                    <a:pt x="3084" y="1583"/>
                    <a:pt x="3084" y="1583"/>
                  </a:cubicBezTo>
                  <a:cubicBezTo>
                    <a:pt x="2822" y="1535"/>
                    <a:pt x="2572" y="1476"/>
                    <a:pt x="2334" y="1392"/>
                  </a:cubicBezTo>
                  <a:cubicBezTo>
                    <a:pt x="2180" y="1309"/>
                    <a:pt x="2263" y="607"/>
                    <a:pt x="2275" y="261"/>
                  </a:cubicBezTo>
                  <a:cubicBezTo>
                    <a:pt x="2286" y="93"/>
                    <a:pt x="1912" y="1"/>
                    <a:pt x="1532" y="1"/>
                  </a:cubicBezTo>
                  <a:close/>
                </a:path>
              </a:pathLst>
            </a:custGeom>
            <a:solidFill>
              <a:srgbClr val="E8BB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9"/>
            <p:cNvSpPr/>
            <p:nvPr/>
          </p:nvSpPr>
          <p:spPr>
            <a:xfrm>
              <a:off x="3717449" y="1826582"/>
              <a:ext cx="102684" cy="61417"/>
            </a:xfrm>
            <a:custGeom>
              <a:rect b="b" l="l" r="r" t="t"/>
              <a:pathLst>
                <a:path extrusionOk="0" h="1838" w="3073">
                  <a:moveTo>
                    <a:pt x="2477" y="0"/>
                  </a:moveTo>
                  <a:cubicBezTo>
                    <a:pt x="2389" y="367"/>
                    <a:pt x="1948" y="679"/>
                    <a:pt x="1491" y="679"/>
                  </a:cubicBezTo>
                  <a:cubicBezTo>
                    <a:pt x="1146" y="679"/>
                    <a:pt x="792" y="501"/>
                    <a:pt x="572" y="36"/>
                  </a:cubicBezTo>
                  <a:cubicBezTo>
                    <a:pt x="477" y="54"/>
                    <a:pt x="382" y="63"/>
                    <a:pt x="286" y="63"/>
                  </a:cubicBezTo>
                  <a:cubicBezTo>
                    <a:pt x="191" y="63"/>
                    <a:pt x="96" y="54"/>
                    <a:pt x="1" y="36"/>
                  </a:cubicBezTo>
                  <a:lnTo>
                    <a:pt x="1" y="36"/>
                  </a:lnTo>
                  <a:cubicBezTo>
                    <a:pt x="1" y="36"/>
                    <a:pt x="1105" y="1838"/>
                    <a:pt x="1603" y="1838"/>
                  </a:cubicBezTo>
                  <a:cubicBezTo>
                    <a:pt x="1617" y="1838"/>
                    <a:pt x="1631" y="1837"/>
                    <a:pt x="1644" y="1834"/>
                  </a:cubicBezTo>
                  <a:cubicBezTo>
                    <a:pt x="2120" y="1738"/>
                    <a:pt x="3072" y="143"/>
                    <a:pt x="3072" y="143"/>
                  </a:cubicBezTo>
                  <a:cubicBezTo>
                    <a:pt x="3072" y="143"/>
                    <a:pt x="2703" y="60"/>
                    <a:pt x="2477" y="0"/>
                  </a:cubicBezTo>
                  <a:close/>
                </a:path>
              </a:pathLst>
            </a:custGeom>
            <a:solidFill>
              <a:srgbClr val="475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9"/>
            <p:cNvSpPr/>
            <p:nvPr/>
          </p:nvSpPr>
          <p:spPr>
            <a:xfrm>
              <a:off x="3741909" y="1778364"/>
              <a:ext cx="51760" cy="51092"/>
            </a:xfrm>
            <a:custGeom>
              <a:rect b="b" l="l" r="r" t="t"/>
              <a:pathLst>
                <a:path extrusionOk="0" h="1529" w="1549">
                  <a:moveTo>
                    <a:pt x="778" y="1"/>
                  </a:moveTo>
                  <a:cubicBezTo>
                    <a:pt x="388" y="1"/>
                    <a:pt x="1" y="96"/>
                    <a:pt x="31" y="312"/>
                  </a:cubicBezTo>
                  <a:cubicBezTo>
                    <a:pt x="90" y="621"/>
                    <a:pt x="78" y="943"/>
                    <a:pt x="7" y="1253"/>
                  </a:cubicBezTo>
                  <a:cubicBezTo>
                    <a:pt x="247" y="1436"/>
                    <a:pt x="532" y="1529"/>
                    <a:pt x="817" y="1529"/>
                  </a:cubicBezTo>
                  <a:cubicBezTo>
                    <a:pt x="1068" y="1529"/>
                    <a:pt x="1320" y="1457"/>
                    <a:pt x="1543" y="1312"/>
                  </a:cubicBezTo>
                  <a:cubicBezTo>
                    <a:pt x="1459" y="1098"/>
                    <a:pt x="1519" y="550"/>
                    <a:pt x="1543" y="252"/>
                  </a:cubicBezTo>
                  <a:cubicBezTo>
                    <a:pt x="1549" y="93"/>
                    <a:pt x="1162" y="1"/>
                    <a:pt x="778" y="1"/>
                  </a:cubicBezTo>
                  <a:close/>
                </a:path>
              </a:pathLst>
            </a:custGeom>
            <a:solidFill>
              <a:srgbClr val="E8BB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9"/>
            <p:cNvSpPr/>
            <p:nvPr/>
          </p:nvSpPr>
          <p:spPr>
            <a:xfrm>
              <a:off x="3711868" y="1696464"/>
              <a:ext cx="111840" cy="129349"/>
            </a:xfrm>
            <a:custGeom>
              <a:rect b="b" l="l" r="r" t="t"/>
              <a:pathLst>
                <a:path extrusionOk="0" h="3871" w="3347">
                  <a:moveTo>
                    <a:pt x="1656" y="1"/>
                  </a:moveTo>
                  <a:cubicBezTo>
                    <a:pt x="763" y="13"/>
                    <a:pt x="37" y="632"/>
                    <a:pt x="1" y="1406"/>
                  </a:cubicBezTo>
                  <a:lnTo>
                    <a:pt x="1" y="1429"/>
                  </a:lnTo>
                  <a:cubicBezTo>
                    <a:pt x="1" y="1548"/>
                    <a:pt x="13" y="1668"/>
                    <a:pt x="37" y="1787"/>
                  </a:cubicBezTo>
                  <a:cubicBezTo>
                    <a:pt x="132" y="2382"/>
                    <a:pt x="596" y="3834"/>
                    <a:pt x="1680" y="3870"/>
                  </a:cubicBezTo>
                  <a:cubicBezTo>
                    <a:pt x="1688" y="3870"/>
                    <a:pt x="1697" y="3870"/>
                    <a:pt x="1705" y="3870"/>
                  </a:cubicBezTo>
                  <a:cubicBezTo>
                    <a:pt x="2770" y="3870"/>
                    <a:pt x="3216" y="2377"/>
                    <a:pt x="3311" y="1787"/>
                  </a:cubicBezTo>
                  <a:cubicBezTo>
                    <a:pt x="3335" y="1656"/>
                    <a:pt x="3347" y="1537"/>
                    <a:pt x="3347" y="1406"/>
                  </a:cubicBezTo>
                  <a:cubicBezTo>
                    <a:pt x="3311" y="644"/>
                    <a:pt x="2585" y="24"/>
                    <a:pt x="16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9"/>
            <p:cNvSpPr/>
            <p:nvPr/>
          </p:nvSpPr>
          <p:spPr>
            <a:xfrm>
              <a:off x="3711868" y="1696865"/>
              <a:ext cx="112241" cy="85576"/>
            </a:xfrm>
            <a:custGeom>
              <a:rect b="b" l="l" r="r" t="t"/>
              <a:pathLst>
                <a:path extrusionOk="0" h="2561" w="3359">
                  <a:moveTo>
                    <a:pt x="1656" y="1"/>
                  </a:moveTo>
                  <a:cubicBezTo>
                    <a:pt x="763" y="12"/>
                    <a:pt x="37" y="632"/>
                    <a:pt x="1" y="1406"/>
                  </a:cubicBezTo>
                  <a:lnTo>
                    <a:pt x="1" y="1417"/>
                  </a:lnTo>
                  <a:cubicBezTo>
                    <a:pt x="1" y="1536"/>
                    <a:pt x="13" y="1656"/>
                    <a:pt x="37" y="1775"/>
                  </a:cubicBezTo>
                  <a:cubicBezTo>
                    <a:pt x="84" y="2037"/>
                    <a:pt x="156" y="2287"/>
                    <a:pt x="251" y="2537"/>
                  </a:cubicBezTo>
                  <a:cubicBezTo>
                    <a:pt x="523" y="2316"/>
                    <a:pt x="1044" y="2209"/>
                    <a:pt x="1585" y="2209"/>
                  </a:cubicBezTo>
                  <a:cubicBezTo>
                    <a:pt x="2156" y="2209"/>
                    <a:pt x="2748" y="2328"/>
                    <a:pt x="3097" y="2560"/>
                  </a:cubicBezTo>
                  <a:cubicBezTo>
                    <a:pt x="3216" y="2310"/>
                    <a:pt x="3299" y="2048"/>
                    <a:pt x="3347" y="1775"/>
                  </a:cubicBezTo>
                  <a:cubicBezTo>
                    <a:pt x="3359" y="1644"/>
                    <a:pt x="3359" y="1525"/>
                    <a:pt x="3347" y="1406"/>
                  </a:cubicBezTo>
                  <a:cubicBezTo>
                    <a:pt x="3311" y="632"/>
                    <a:pt x="2585" y="12"/>
                    <a:pt x="169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9"/>
            <p:cNvSpPr/>
            <p:nvPr/>
          </p:nvSpPr>
          <p:spPr>
            <a:xfrm>
              <a:off x="3696197" y="1662113"/>
              <a:ext cx="149799" cy="75384"/>
            </a:xfrm>
            <a:custGeom>
              <a:rect b="b" l="l" r="r" t="t"/>
              <a:pathLst>
                <a:path extrusionOk="0" h="2256" w="4483">
                  <a:moveTo>
                    <a:pt x="2261" y="0"/>
                  </a:moveTo>
                  <a:cubicBezTo>
                    <a:pt x="1244" y="0"/>
                    <a:pt x="1" y="575"/>
                    <a:pt x="434" y="2255"/>
                  </a:cubicBezTo>
                  <a:cubicBezTo>
                    <a:pt x="434" y="2255"/>
                    <a:pt x="979" y="1906"/>
                    <a:pt x="2013" y="1906"/>
                  </a:cubicBezTo>
                  <a:cubicBezTo>
                    <a:pt x="2530" y="1906"/>
                    <a:pt x="3169" y="1993"/>
                    <a:pt x="3923" y="2255"/>
                  </a:cubicBezTo>
                  <a:cubicBezTo>
                    <a:pt x="4482" y="850"/>
                    <a:pt x="3470" y="124"/>
                    <a:pt x="2554" y="17"/>
                  </a:cubicBezTo>
                  <a:cubicBezTo>
                    <a:pt x="2459" y="6"/>
                    <a:pt x="2361" y="0"/>
                    <a:pt x="22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9"/>
            <p:cNvSpPr/>
            <p:nvPr/>
          </p:nvSpPr>
          <p:spPr>
            <a:xfrm>
              <a:off x="3564274" y="1731884"/>
              <a:ext cx="428113" cy="218033"/>
            </a:xfrm>
            <a:custGeom>
              <a:rect b="b" l="l" r="r" t="t"/>
              <a:pathLst>
                <a:path extrusionOk="0" h="6525" w="12812">
                  <a:moveTo>
                    <a:pt x="560" y="0"/>
                  </a:moveTo>
                  <a:lnTo>
                    <a:pt x="1" y="1334"/>
                  </a:lnTo>
                  <a:lnTo>
                    <a:pt x="12252" y="6525"/>
                  </a:lnTo>
                  <a:lnTo>
                    <a:pt x="12812" y="5180"/>
                  </a:lnTo>
                  <a:lnTo>
                    <a:pt x="56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0" name="Google Shape;160;p19"/>
          <p:cNvSpPr/>
          <p:nvPr/>
        </p:nvSpPr>
        <p:spPr>
          <a:xfrm>
            <a:off x="486250" y="3226600"/>
            <a:ext cx="1406003" cy="1573978"/>
          </a:xfrm>
          <a:custGeom>
            <a:rect b="b" l="l" r="r" t="t"/>
            <a:pathLst>
              <a:path extrusionOk="0" h="48352" w="42077">
                <a:moveTo>
                  <a:pt x="1619" y="0"/>
                </a:moveTo>
                <a:cubicBezTo>
                  <a:pt x="714" y="0"/>
                  <a:pt x="0" y="714"/>
                  <a:pt x="0" y="1607"/>
                </a:cubicBezTo>
                <a:lnTo>
                  <a:pt x="0" y="46744"/>
                </a:lnTo>
                <a:cubicBezTo>
                  <a:pt x="0" y="47637"/>
                  <a:pt x="714" y="48351"/>
                  <a:pt x="1619" y="48351"/>
                </a:cubicBezTo>
                <a:lnTo>
                  <a:pt x="40458" y="48351"/>
                </a:lnTo>
                <a:cubicBezTo>
                  <a:pt x="41350" y="48351"/>
                  <a:pt x="42077" y="47637"/>
                  <a:pt x="42077" y="46744"/>
                </a:cubicBezTo>
                <a:lnTo>
                  <a:pt x="42077" y="1607"/>
                </a:lnTo>
                <a:cubicBezTo>
                  <a:pt x="42077" y="714"/>
                  <a:pt x="41350" y="0"/>
                  <a:pt x="4045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9"/>
          <p:cNvSpPr/>
          <p:nvPr/>
        </p:nvSpPr>
        <p:spPr>
          <a:xfrm>
            <a:off x="925068" y="2741217"/>
            <a:ext cx="527990" cy="527957"/>
          </a:xfrm>
          <a:custGeom>
            <a:rect b="b" l="l" r="r" t="t"/>
            <a:pathLst>
              <a:path extrusionOk="0" h="15800" w="15801">
                <a:moveTo>
                  <a:pt x="7906" y="0"/>
                </a:moveTo>
                <a:cubicBezTo>
                  <a:pt x="3537" y="0"/>
                  <a:pt x="1" y="3537"/>
                  <a:pt x="1" y="7894"/>
                </a:cubicBezTo>
                <a:cubicBezTo>
                  <a:pt x="1" y="12264"/>
                  <a:pt x="3537" y="15800"/>
                  <a:pt x="7906" y="15800"/>
                </a:cubicBezTo>
                <a:cubicBezTo>
                  <a:pt x="12264" y="15800"/>
                  <a:pt x="15800" y="12264"/>
                  <a:pt x="15800" y="7894"/>
                </a:cubicBezTo>
                <a:cubicBezTo>
                  <a:pt x="15800" y="3537"/>
                  <a:pt x="12264" y="0"/>
                  <a:pt x="790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9"/>
          <p:cNvSpPr/>
          <p:nvPr/>
        </p:nvSpPr>
        <p:spPr>
          <a:xfrm>
            <a:off x="948157" y="2781482"/>
            <a:ext cx="464702" cy="447126"/>
          </a:xfrm>
          <a:custGeom>
            <a:rect b="b" l="l" r="r" t="t"/>
            <a:pathLst>
              <a:path extrusionOk="0" h="13381" w="13907">
                <a:moveTo>
                  <a:pt x="7218" y="0"/>
                </a:moveTo>
                <a:cubicBezTo>
                  <a:pt x="5479" y="0"/>
                  <a:pt x="3771" y="680"/>
                  <a:pt x="2489" y="1962"/>
                </a:cubicBezTo>
                <a:cubicBezTo>
                  <a:pt x="572" y="3879"/>
                  <a:pt x="0" y="6749"/>
                  <a:pt x="1036" y="9249"/>
                </a:cubicBezTo>
                <a:cubicBezTo>
                  <a:pt x="2072" y="11749"/>
                  <a:pt x="4513" y="13381"/>
                  <a:pt x="7215" y="13381"/>
                </a:cubicBezTo>
                <a:cubicBezTo>
                  <a:pt x="10906" y="13381"/>
                  <a:pt x="13895" y="10380"/>
                  <a:pt x="13907" y="6689"/>
                </a:cubicBezTo>
                <a:cubicBezTo>
                  <a:pt x="13907" y="3987"/>
                  <a:pt x="12276" y="1546"/>
                  <a:pt x="9775" y="510"/>
                </a:cubicBezTo>
                <a:cubicBezTo>
                  <a:pt x="8947" y="167"/>
                  <a:pt x="8079" y="0"/>
                  <a:pt x="721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01</a:t>
            </a:r>
            <a:endParaRPr/>
          </a:p>
        </p:txBody>
      </p:sp>
      <p:sp>
        <p:nvSpPr>
          <p:cNvPr id="163" name="Google Shape;163;p19"/>
          <p:cNvSpPr/>
          <p:nvPr/>
        </p:nvSpPr>
        <p:spPr>
          <a:xfrm>
            <a:off x="4996429" y="3231613"/>
            <a:ext cx="1406036" cy="1568965"/>
          </a:xfrm>
          <a:custGeom>
            <a:rect b="b" l="l" r="r" t="t"/>
            <a:pathLst>
              <a:path extrusionOk="0" h="48198" w="42078">
                <a:moveTo>
                  <a:pt x="1382" y="1"/>
                </a:moveTo>
                <a:cubicBezTo>
                  <a:pt x="608" y="1"/>
                  <a:pt x="0" y="620"/>
                  <a:pt x="0" y="1382"/>
                </a:cubicBezTo>
                <a:lnTo>
                  <a:pt x="0" y="46828"/>
                </a:lnTo>
                <a:cubicBezTo>
                  <a:pt x="0" y="47590"/>
                  <a:pt x="608" y="48197"/>
                  <a:pt x="1382" y="48197"/>
                </a:cubicBezTo>
                <a:lnTo>
                  <a:pt x="40696" y="48197"/>
                </a:lnTo>
                <a:cubicBezTo>
                  <a:pt x="41458" y="48197"/>
                  <a:pt x="42077" y="47590"/>
                  <a:pt x="42077" y="46828"/>
                </a:cubicBezTo>
                <a:lnTo>
                  <a:pt x="42077" y="1382"/>
                </a:lnTo>
                <a:cubicBezTo>
                  <a:pt x="42077" y="620"/>
                  <a:pt x="41458" y="1"/>
                  <a:pt x="4069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9"/>
          <p:cNvSpPr/>
          <p:nvPr/>
        </p:nvSpPr>
        <p:spPr>
          <a:xfrm>
            <a:off x="5435237" y="2742019"/>
            <a:ext cx="527990" cy="527957"/>
          </a:xfrm>
          <a:custGeom>
            <a:rect b="b" l="l" r="r" t="t"/>
            <a:pathLst>
              <a:path extrusionOk="0" h="15800" w="15801">
                <a:moveTo>
                  <a:pt x="7895" y="0"/>
                </a:moveTo>
                <a:cubicBezTo>
                  <a:pt x="3537" y="0"/>
                  <a:pt x="1" y="3536"/>
                  <a:pt x="1" y="7906"/>
                </a:cubicBezTo>
                <a:cubicBezTo>
                  <a:pt x="1" y="12264"/>
                  <a:pt x="3537" y="15800"/>
                  <a:pt x="7895" y="15800"/>
                </a:cubicBezTo>
                <a:cubicBezTo>
                  <a:pt x="12264" y="15800"/>
                  <a:pt x="15801" y="12264"/>
                  <a:pt x="15801" y="7906"/>
                </a:cubicBezTo>
                <a:cubicBezTo>
                  <a:pt x="15801" y="3536"/>
                  <a:pt x="12264" y="0"/>
                  <a:pt x="789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9"/>
          <p:cNvSpPr/>
          <p:nvPr/>
        </p:nvSpPr>
        <p:spPr>
          <a:xfrm>
            <a:off x="5458327" y="2782652"/>
            <a:ext cx="464335" cy="446759"/>
          </a:xfrm>
          <a:custGeom>
            <a:rect b="b" l="l" r="r" t="t"/>
            <a:pathLst>
              <a:path extrusionOk="0" h="13370" w="13896">
                <a:moveTo>
                  <a:pt x="7212" y="0"/>
                </a:moveTo>
                <a:cubicBezTo>
                  <a:pt x="5470" y="0"/>
                  <a:pt x="3758" y="678"/>
                  <a:pt x="2477" y="1951"/>
                </a:cubicBezTo>
                <a:cubicBezTo>
                  <a:pt x="572" y="3868"/>
                  <a:pt x="1" y="6749"/>
                  <a:pt x="1036" y="9250"/>
                </a:cubicBezTo>
                <a:cubicBezTo>
                  <a:pt x="2072" y="11738"/>
                  <a:pt x="4501" y="13369"/>
                  <a:pt x="7204" y="13369"/>
                </a:cubicBezTo>
                <a:cubicBezTo>
                  <a:pt x="10907" y="13369"/>
                  <a:pt x="13895" y="10381"/>
                  <a:pt x="13895" y="6690"/>
                </a:cubicBezTo>
                <a:cubicBezTo>
                  <a:pt x="13895" y="3975"/>
                  <a:pt x="12276" y="1546"/>
                  <a:pt x="9776" y="511"/>
                </a:cubicBezTo>
                <a:cubicBezTo>
                  <a:pt x="8946" y="167"/>
                  <a:pt x="8076" y="0"/>
                  <a:pt x="721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03</a:t>
            </a:r>
            <a:endParaRPr/>
          </a:p>
        </p:txBody>
      </p:sp>
      <p:grpSp>
        <p:nvGrpSpPr>
          <p:cNvPr id="166" name="Google Shape;166;p19"/>
          <p:cNvGrpSpPr/>
          <p:nvPr/>
        </p:nvGrpSpPr>
        <p:grpSpPr>
          <a:xfrm>
            <a:off x="2711880" y="1310487"/>
            <a:ext cx="1464513" cy="1464112"/>
            <a:chOff x="4966993" y="1276337"/>
            <a:chExt cx="1464513" cy="1464112"/>
          </a:xfrm>
        </p:grpSpPr>
        <p:sp>
          <p:nvSpPr>
            <p:cNvPr id="167" name="Google Shape;167;p19"/>
            <p:cNvSpPr/>
            <p:nvPr/>
          </p:nvSpPr>
          <p:spPr>
            <a:xfrm>
              <a:off x="4966993" y="1276337"/>
              <a:ext cx="1464513" cy="1464112"/>
            </a:xfrm>
            <a:custGeom>
              <a:rect b="b" l="l" r="r" t="t"/>
              <a:pathLst>
                <a:path extrusionOk="0" h="43816" w="43828">
                  <a:moveTo>
                    <a:pt x="21908" y="1"/>
                  </a:moveTo>
                  <a:cubicBezTo>
                    <a:pt x="9811" y="1"/>
                    <a:pt x="0" y="9800"/>
                    <a:pt x="0" y="21908"/>
                  </a:cubicBezTo>
                  <a:cubicBezTo>
                    <a:pt x="0" y="34005"/>
                    <a:pt x="9811" y="43816"/>
                    <a:pt x="21908" y="43816"/>
                  </a:cubicBezTo>
                  <a:cubicBezTo>
                    <a:pt x="34016" y="43816"/>
                    <a:pt x="43827" y="34005"/>
                    <a:pt x="43827" y="21908"/>
                  </a:cubicBezTo>
                  <a:cubicBezTo>
                    <a:pt x="43827" y="9800"/>
                    <a:pt x="34016" y="1"/>
                    <a:pt x="219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9"/>
            <p:cNvSpPr/>
            <p:nvPr/>
          </p:nvSpPr>
          <p:spPr>
            <a:xfrm>
              <a:off x="5005186" y="1364887"/>
              <a:ext cx="1337602" cy="1286845"/>
            </a:xfrm>
            <a:custGeom>
              <a:rect b="b" l="l" r="r" t="t"/>
              <a:pathLst>
                <a:path extrusionOk="0" h="38511" w="40030">
                  <a:moveTo>
                    <a:pt x="20776" y="0"/>
                  </a:moveTo>
                  <a:cubicBezTo>
                    <a:pt x="15765" y="0"/>
                    <a:pt x="10843" y="1959"/>
                    <a:pt x="7156" y="5637"/>
                  </a:cubicBezTo>
                  <a:cubicBezTo>
                    <a:pt x="1643" y="11150"/>
                    <a:pt x="0" y="19425"/>
                    <a:pt x="2977" y="26628"/>
                  </a:cubicBezTo>
                  <a:cubicBezTo>
                    <a:pt x="5965" y="33819"/>
                    <a:pt x="12978" y="38511"/>
                    <a:pt x="20765" y="38511"/>
                  </a:cubicBezTo>
                  <a:cubicBezTo>
                    <a:pt x="31397" y="38499"/>
                    <a:pt x="40017" y="29890"/>
                    <a:pt x="40029" y="19258"/>
                  </a:cubicBezTo>
                  <a:cubicBezTo>
                    <a:pt x="40029" y="11471"/>
                    <a:pt x="35338" y="4447"/>
                    <a:pt x="28147" y="1470"/>
                  </a:cubicBezTo>
                  <a:cubicBezTo>
                    <a:pt x="25761" y="480"/>
                    <a:pt x="23257" y="0"/>
                    <a:pt x="207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9"/>
            <p:cNvSpPr/>
            <p:nvPr/>
          </p:nvSpPr>
          <p:spPr>
            <a:xfrm>
              <a:off x="5630982" y="2092331"/>
              <a:ext cx="117821" cy="334618"/>
            </a:xfrm>
            <a:custGeom>
              <a:rect b="b" l="l" r="r" t="t"/>
              <a:pathLst>
                <a:path extrusionOk="0" h="10014" w="3526">
                  <a:moveTo>
                    <a:pt x="632" y="0"/>
                  </a:moveTo>
                  <a:lnTo>
                    <a:pt x="1" y="10014"/>
                  </a:lnTo>
                  <a:lnTo>
                    <a:pt x="3525" y="10014"/>
                  </a:lnTo>
                  <a:lnTo>
                    <a:pt x="289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9"/>
            <p:cNvSpPr/>
            <p:nvPr/>
          </p:nvSpPr>
          <p:spPr>
            <a:xfrm>
              <a:off x="5223185" y="1683733"/>
              <a:ext cx="933014" cy="646146"/>
            </a:xfrm>
            <a:custGeom>
              <a:rect b="b" l="l" r="r" t="t"/>
              <a:pathLst>
                <a:path extrusionOk="0" h="19337" w="27922">
                  <a:moveTo>
                    <a:pt x="441" y="1"/>
                  </a:moveTo>
                  <a:cubicBezTo>
                    <a:pt x="203" y="1"/>
                    <a:pt x="1" y="191"/>
                    <a:pt x="1" y="429"/>
                  </a:cubicBezTo>
                  <a:lnTo>
                    <a:pt x="1" y="18908"/>
                  </a:lnTo>
                  <a:cubicBezTo>
                    <a:pt x="1" y="19146"/>
                    <a:pt x="203" y="19336"/>
                    <a:pt x="441" y="19336"/>
                  </a:cubicBezTo>
                  <a:lnTo>
                    <a:pt x="27492" y="19336"/>
                  </a:lnTo>
                  <a:cubicBezTo>
                    <a:pt x="27731" y="19336"/>
                    <a:pt x="27921" y="19146"/>
                    <a:pt x="27921" y="18908"/>
                  </a:cubicBezTo>
                  <a:lnTo>
                    <a:pt x="27921" y="429"/>
                  </a:lnTo>
                  <a:cubicBezTo>
                    <a:pt x="27921" y="191"/>
                    <a:pt x="27731" y="1"/>
                    <a:pt x="2749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9"/>
            <p:cNvSpPr/>
            <p:nvPr/>
          </p:nvSpPr>
          <p:spPr>
            <a:xfrm>
              <a:off x="5257803" y="1719152"/>
              <a:ext cx="864179" cy="517632"/>
            </a:xfrm>
            <a:custGeom>
              <a:rect b="b" l="l" r="r" t="t"/>
              <a:pathLst>
                <a:path extrusionOk="0" h="15491" w="25862">
                  <a:moveTo>
                    <a:pt x="191" y="0"/>
                  </a:moveTo>
                  <a:cubicBezTo>
                    <a:pt x="84" y="0"/>
                    <a:pt x="1" y="72"/>
                    <a:pt x="1" y="179"/>
                  </a:cubicBezTo>
                  <a:lnTo>
                    <a:pt x="1" y="15312"/>
                  </a:lnTo>
                  <a:cubicBezTo>
                    <a:pt x="1" y="15407"/>
                    <a:pt x="84" y="15490"/>
                    <a:pt x="191" y="15490"/>
                  </a:cubicBezTo>
                  <a:lnTo>
                    <a:pt x="25671" y="15490"/>
                  </a:lnTo>
                  <a:cubicBezTo>
                    <a:pt x="25778" y="15490"/>
                    <a:pt x="25861" y="15407"/>
                    <a:pt x="25861" y="15312"/>
                  </a:cubicBezTo>
                  <a:lnTo>
                    <a:pt x="25861" y="179"/>
                  </a:lnTo>
                  <a:cubicBezTo>
                    <a:pt x="25861" y="72"/>
                    <a:pt x="25778" y="0"/>
                    <a:pt x="2567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9"/>
            <p:cNvSpPr/>
            <p:nvPr/>
          </p:nvSpPr>
          <p:spPr>
            <a:xfrm>
              <a:off x="5380737" y="2403057"/>
              <a:ext cx="618311" cy="23892"/>
            </a:xfrm>
            <a:custGeom>
              <a:rect b="b" l="l" r="r" t="t"/>
              <a:pathLst>
                <a:path extrusionOk="0" h="715" w="18504">
                  <a:moveTo>
                    <a:pt x="275" y="0"/>
                  </a:moveTo>
                  <a:cubicBezTo>
                    <a:pt x="120" y="0"/>
                    <a:pt x="1" y="131"/>
                    <a:pt x="1" y="274"/>
                  </a:cubicBezTo>
                  <a:lnTo>
                    <a:pt x="1" y="441"/>
                  </a:lnTo>
                  <a:cubicBezTo>
                    <a:pt x="1" y="595"/>
                    <a:pt x="120" y="715"/>
                    <a:pt x="275" y="715"/>
                  </a:cubicBezTo>
                  <a:lnTo>
                    <a:pt x="18229" y="715"/>
                  </a:lnTo>
                  <a:cubicBezTo>
                    <a:pt x="18384" y="715"/>
                    <a:pt x="18503" y="595"/>
                    <a:pt x="18503" y="441"/>
                  </a:cubicBezTo>
                  <a:lnTo>
                    <a:pt x="18503" y="274"/>
                  </a:lnTo>
                  <a:cubicBezTo>
                    <a:pt x="18503" y="131"/>
                    <a:pt x="18384" y="0"/>
                    <a:pt x="1822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9"/>
            <p:cNvSpPr/>
            <p:nvPr/>
          </p:nvSpPr>
          <p:spPr>
            <a:xfrm>
              <a:off x="5669977" y="2268963"/>
              <a:ext cx="35052" cy="29806"/>
            </a:xfrm>
            <a:custGeom>
              <a:rect b="b" l="l" r="r" t="t"/>
              <a:pathLst>
                <a:path extrusionOk="0" h="892" w="1049">
                  <a:moveTo>
                    <a:pt x="608" y="1"/>
                  </a:moveTo>
                  <a:cubicBezTo>
                    <a:pt x="203" y="1"/>
                    <a:pt x="1" y="477"/>
                    <a:pt x="286" y="763"/>
                  </a:cubicBezTo>
                  <a:cubicBezTo>
                    <a:pt x="379" y="851"/>
                    <a:pt x="491" y="891"/>
                    <a:pt x="600" y="891"/>
                  </a:cubicBezTo>
                  <a:cubicBezTo>
                    <a:pt x="830" y="891"/>
                    <a:pt x="1048" y="715"/>
                    <a:pt x="1048" y="441"/>
                  </a:cubicBezTo>
                  <a:cubicBezTo>
                    <a:pt x="1048" y="203"/>
                    <a:pt x="846" y="1"/>
                    <a:pt x="60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9"/>
            <p:cNvSpPr/>
            <p:nvPr/>
          </p:nvSpPr>
          <p:spPr>
            <a:xfrm>
              <a:off x="5305152" y="1773251"/>
              <a:ext cx="124571" cy="77222"/>
            </a:xfrm>
            <a:custGeom>
              <a:rect b="b" l="l" r="r" t="t"/>
              <a:pathLst>
                <a:path extrusionOk="0" h="2311" w="3728">
                  <a:moveTo>
                    <a:pt x="1" y="1"/>
                  </a:moveTo>
                  <a:lnTo>
                    <a:pt x="1" y="2310"/>
                  </a:lnTo>
                  <a:lnTo>
                    <a:pt x="3727" y="2310"/>
                  </a:lnTo>
                  <a:lnTo>
                    <a:pt x="372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9"/>
            <p:cNvSpPr/>
            <p:nvPr/>
          </p:nvSpPr>
          <p:spPr>
            <a:xfrm>
              <a:off x="5305152" y="1763695"/>
              <a:ext cx="66462" cy="19949"/>
            </a:xfrm>
            <a:custGeom>
              <a:rect b="b" l="l" r="r" t="t"/>
              <a:pathLst>
                <a:path extrusionOk="0" h="597" w="1989">
                  <a:moveTo>
                    <a:pt x="1" y="1"/>
                  </a:moveTo>
                  <a:lnTo>
                    <a:pt x="1" y="596"/>
                  </a:lnTo>
                  <a:lnTo>
                    <a:pt x="1989" y="596"/>
                  </a:lnTo>
                  <a:cubicBezTo>
                    <a:pt x="1989" y="263"/>
                    <a:pt x="1727" y="1"/>
                    <a:pt x="14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9"/>
            <p:cNvSpPr/>
            <p:nvPr/>
          </p:nvSpPr>
          <p:spPr>
            <a:xfrm>
              <a:off x="5305152" y="1783610"/>
              <a:ext cx="124571" cy="72043"/>
            </a:xfrm>
            <a:custGeom>
              <a:rect b="b" l="l" r="r" t="t"/>
              <a:pathLst>
                <a:path extrusionOk="0" h="2156" w="3728">
                  <a:moveTo>
                    <a:pt x="1" y="0"/>
                  </a:moveTo>
                  <a:lnTo>
                    <a:pt x="1" y="2155"/>
                  </a:lnTo>
                  <a:lnTo>
                    <a:pt x="3727" y="2155"/>
                  </a:lnTo>
                  <a:lnTo>
                    <a:pt x="372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9"/>
            <p:cNvSpPr/>
            <p:nvPr/>
          </p:nvSpPr>
          <p:spPr>
            <a:xfrm>
              <a:off x="5398647" y="1765299"/>
              <a:ext cx="31076" cy="18345"/>
            </a:xfrm>
            <a:custGeom>
              <a:rect b="b" l="l" r="r" t="t"/>
              <a:pathLst>
                <a:path extrusionOk="0" h="549" w="930">
                  <a:moveTo>
                    <a:pt x="501" y="0"/>
                  </a:moveTo>
                  <a:lnTo>
                    <a:pt x="1" y="548"/>
                  </a:lnTo>
                  <a:lnTo>
                    <a:pt x="929" y="548"/>
                  </a:lnTo>
                  <a:lnTo>
                    <a:pt x="9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9"/>
            <p:cNvSpPr/>
            <p:nvPr/>
          </p:nvSpPr>
          <p:spPr>
            <a:xfrm>
              <a:off x="5305152" y="1908916"/>
              <a:ext cx="124571" cy="77222"/>
            </a:xfrm>
            <a:custGeom>
              <a:rect b="b" l="l" r="r" t="t"/>
              <a:pathLst>
                <a:path extrusionOk="0" h="2311" w="3728">
                  <a:moveTo>
                    <a:pt x="1" y="1"/>
                  </a:moveTo>
                  <a:lnTo>
                    <a:pt x="1" y="2310"/>
                  </a:lnTo>
                  <a:lnTo>
                    <a:pt x="3727" y="2310"/>
                  </a:lnTo>
                  <a:lnTo>
                    <a:pt x="372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9"/>
            <p:cNvSpPr/>
            <p:nvPr/>
          </p:nvSpPr>
          <p:spPr>
            <a:xfrm>
              <a:off x="5305152" y="1899360"/>
              <a:ext cx="66462" cy="19548"/>
            </a:xfrm>
            <a:custGeom>
              <a:rect b="b" l="l" r="r" t="t"/>
              <a:pathLst>
                <a:path extrusionOk="0" h="585" w="1989">
                  <a:moveTo>
                    <a:pt x="1" y="1"/>
                  </a:moveTo>
                  <a:lnTo>
                    <a:pt x="1" y="584"/>
                  </a:lnTo>
                  <a:lnTo>
                    <a:pt x="1989" y="584"/>
                  </a:lnTo>
                  <a:cubicBezTo>
                    <a:pt x="1989" y="263"/>
                    <a:pt x="1727" y="1"/>
                    <a:pt x="14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9"/>
            <p:cNvSpPr/>
            <p:nvPr/>
          </p:nvSpPr>
          <p:spPr>
            <a:xfrm>
              <a:off x="5305152" y="1918874"/>
              <a:ext cx="124571" cy="72043"/>
            </a:xfrm>
            <a:custGeom>
              <a:rect b="b" l="l" r="r" t="t"/>
              <a:pathLst>
                <a:path extrusionOk="0" h="2156" w="3728">
                  <a:moveTo>
                    <a:pt x="1" y="0"/>
                  </a:moveTo>
                  <a:lnTo>
                    <a:pt x="1" y="2155"/>
                  </a:lnTo>
                  <a:lnTo>
                    <a:pt x="3727" y="2155"/>
                  </a:lnTo>
                  <a:lnTo>
                    <a:pt x="372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9"/>
            <p:cNvSpPr/>
            <p:nvPr/>
          </p:nvSpPr>
          <p:spPr>
            <a:xfrm>
              <a:off x="5299973" y="2044180"/>
              <a:ext cx="124571" cy="77222"/>
            </a:xfrm>
            <a:custGeom>
              <a:rect b="b" l="l" r="r" t="t"/>
              <a:pathLst>
                <a:path extrusionOk="0" h="2311" w="3728">
                  <a:moveTo>
                    <a:pt x="1" y="1"/>
                  </a:moveTo>
                  <a:lnTo>
                    <a:pt x="1" y="2311"/>
                  </a:lnTo>
                  <a:lnTo>
                    <a:pt x="3728" y="2311"/>
                  </a:lnTo>
                  <a:lnTo>
                    <a:pt x="372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9"/>
            <p:cNvSpPr/>
            <p:nvPr/>
          </p:nvSpPr>
          <p:spPr>
            <a:xfrm>
              <a:off x="5299973" y="2034623"/>
              <a:ext cx="66496" cy="19548"/>
            </a:xfrm>
            <a:custGeom>
              <a:rect b="b" l="l" r="r" t="t"/>
              <a:pathLst>
                <a:path extrusionOk="0" h="585" w="1990">
                  <a:moveTo>
                    <a:pt x="1" y="1"/>
                  </a:moveTo>
                  <a:lnTo>
                    <a:pt x="1" y="584"/>
                  </a:lnTo>
                  <a:lnTo>
                    <a:pt x="1989" y="584"/>
                  </a:lnTo>
                  <a:cubicBezTo>
                    <a:pt x="1989" y="263"/>
                    <a:pt x="1727" y="1"/>
                    <a:pt x="14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9"/>
            <p:cNvSpPr/>
            <p:nvPr/>
          </p:nvSpPr>
          <p:spPr>
            <a:xfrm>
              <a:off x="5299973" y="2054138"/>
              <a:ext cx="124571" cy="72444"/>
            </a:xfrm>
            <a:custGeom>
              <a:rect b="b" l="l" r="r" t="t"/>
              <a:pathLst>
                <a:path extrusionOk="0" h="2168" w="3728">
                  <a:moveTo>
                    <a:pt x="1" y="0"/>
                  </a:moveTo>
                  <a:lnTo>
                    <a:pt x="1" y="2167"/>
                  </a:lnTo>
                  <a:lnTo>
                    <a:pt x="3728" y="2167"/>
                  </a:lnTo>
                  <a:lnTo>
                    <a:pt x="372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9"/>
            <p:cNvSpPr/>
            <p:nvPr/>
          </p:nvSpPr>
          <p:spPr>
            <a:xfrm>
              <a:off x="5474232" y="1773251"/>
              <a:ext cx="124571" cy="77222"/>
            </a:xfrm>
            <a:custGeom>
              <a:rect b="b" l="l" r="r" t="t"/>
              <a:pathLst>
                <a:path extrusionOk="0" h="2311" w="3728">
                  <a:moveTo>
                    <a:pt x="1" y="1"/>
                  </a:moveTo>
                  <a:lnTo>
                    <a:pt x="1" y="2310"/>
                  </a:lnTo>
                  <a:lnTo>
                    <a:pt x="3727" y="2310"/>
                  </a:lnTo>
                  <a:lnTo>
                    <a:pt x="372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9"/>
            <p:cNvSpPr/>
            <p:nvPr/>
          </p:nvSpPr>
          <p:spPr>
            <a:xfrm>
              <a:off x="5474232" y="1763695"/>
              <a:ext cx="66496" cy="19949"/>
            </a:xfrm>
            <a:custGeom>
              <a:rect b="b" l="l" r="r" t="t"/>
              <a:pathLst>
                <a:path extrusionOk="0" h="597" w="1990">
                  <a:moveTo>
                    <a:pt x="1" y="1"/>
                  </a:moveTo>
                  <a:lnTo>
                    <a:pt x="1" y="596"/>
                  </a:lnTo>
                  <a:lnTo>
                    <a:pt x="1989" y="596"/>
                  </a:lnTo>
                  <a:cubicBezTo>
                    <a:pt x="1989" y="263"/>
                    <a:pt x="1727" y="1"/>
                    <a:pt x="14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9"/>
            <p:cNvSpPr/>
            <p:nvPr/>
          </p:nvSpPr>
          <p:spPr>
            <a:xfrm>
              <a:off x="5474232" y="1783610"/>
              <a:ext cx="124571" cy="72043"/>
            </a:xfrm>
            <a:custGeom>
              <a:rect b="b" l="l" r="r" t="t"/>
              <a:pathLst>
                <a:path extrusionOk="0" h="2156" w="3728">
                  <a:moveTo>
                    <a:pt x="1" y="0"/>
                  </a:moveTo>
                  <a:lnTo>
                    <a:pt x="1" y="2155"/>
                  </a:lnTo>
                  <a:lnTo>
                    <a:pt x="3727" y="2155"/>
                  </a:lnTo>
                  <a:lnTo>
                    <a:pt x="372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9"/>
            <p:cNvSpPr/>
            <p:nvPr/>
          </p:nvSpPr>
          <p:spPr>
            <a:xfrm>
              <a:off x="5567727" y="1764497"/>
              <a:ext cx="31076" cy="18345"/>
            </a:xfrm>
            <a:custGeom>
              <a:rect b="b" l="l" r="r" t="t"/>
              <a:pathLst>
                <a:path extrusionOk="0" h="549" w="930">
                  <a:moveTo>
                    <a:pt x="501" y="1"/>
                  </a:moveTo>
                  <a:lnTo>
                    <a:pt x="1" y="548"/>
                  </a:lnTo>
                  <a:lnTo>
                    <a:pt x="929" y="54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9"/>
            <p:cNvSpPr/>
            <p:nvPr/>
          </p:nvSpPr>
          <p:spPr>
            <a:xfrm>
              <a:off x="5398647" y="1899761"/>
              <a:ext cx="31076" cy="18345"/>
            </a:xfrm>
            <a:custGeom>
              <a:rect b="b" l="l" r="r" t="t"/>
              <a:pathLst>
                <a:path extrusionOk="0" h="549" w="930">
                  <a:moveTo>
                    <a:pt x="501" y="1"/>
                  </a:moveTo>
                  <a:lnTo>
                    <a:pt x="1" y="548"/>
                  </a:lnTo>
                  <a:lnTo>
                    <a:pt x="929" y="54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9"/>
            <p:cNvSpPr/>
            <p:nvPr/>
          </p:nvSpPr>
          <p:spPr>
            <a:xfrm>
              <a:off x="5393468" y="2036227"/>
              <a:ext cx="31076" cy="17944"/>
            </a:xfrm>
            <a:custGeom>
              <a:rect b="b" l="l" r="r" t="t"/>
              <a:pathLst>
                <a:path extrusionOk="0" h="537" w="930">
                  <a:moveTo>
                    <a:pt x="501" y="1"/>
                  </a:moveTo>
                  <a:lnTo>
                    <a:pt x="1" y="536"/>
                  </a:lnTo>
                  <a:lnTo>
                    <a:pt x="930" y="536"/>
                  </a:lnTo>
                  <a:lnTo>
                    <a:pt x="93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9"/>
            <p:cNvSpPr/>
            <p:nvPr/>
          </p:nvSpPr>
          <p:spPr>
            <a:xfrm>
              <a:off x="5821548" y="1517025"/>
              <a:ext cx="408231" cy="312764"/>
            </a:xfrm>
            <a:custGeom>
              <a:rect b="b" l="l" r="r" t="t"/>
              <a:pathLst>
                <a:path extrusionOk="0" h="9360" w="12217">
                  <a:moveTo>
                    <a:pt x="6109" y="1"/>
                  </a:moveTo>
                  <a:cubicBezTo>
                    <a:pt x="6008" y="1"/>
                    <a:pt x="5906" y="49"/>
                    <a:pt x="5847" y="144"/>
                  </a:cubicBezTo>
                  <a:lnTo>
                    <a:pt x="2966" y="4549"/>
                  </a:lnTo>
                  <a:lnTo>
                    <a:pt x="132" y="8871"/>
                  </a:lnTo>
                  <a:cubicBezTo>
                    <a:pt x="1" y="9074"/>
                    <a:pt x="144" y="9347"/>
                    <a:pt x="406" y="9359"/>
                  </a:cubicBezTo>
                  <a:lnTo>
                    <a:pt x="11812" y="9359"/>
                  </a:lnTo>
                  <a:cubicBezTo>
                    <a:pt x="12062" y="9347"/>
                    <a:pt x="12217" y="9074"/>
                    <a:pt x="12074" y="8871"/>
                  </a:cubicBezTo>
                  <a:lnTo>
                    <a:pt x="9252" y="4549"/>
                  </a:lnTo>
                  <a:lnTo>
                    <a:pt x="6371" y="144"/>
                  </a:lnTo>
                  <a:cubicBezTo>
                    <a:pt x="6311" y="49"/>
                    <a:pt x="6210" y="1"/>
                    <a:pt x="61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9"/>
            <p:cNvSpPr/>
            <p:nvPr/>
          </p:nvSpPr>
          <p:spPr>
            <a:xfrm>
              <a:off x="5866123" y="1561300"/>
              <a:ext cx="318712" cy="243829"/>
            </a:xfrm>
            <a:custGeom>
              <a:rect b="b" l="l" r="r" t="t"/>
              <a:pathLst>
                <a:path extrusionOk="0" h="7297" w="9538">
                  <a:moveTo>
                    <a:pt x="4769" y="1"/>
                  </a:moveTo>
                  <a:cubicBezTo>
                    <a:pt x="4715" y="1"/>
                    <a:pt x="4662" y="27"/>
                    <a:pt x="4632" y="81"/>
                  </a:cubicBezTo>
                  <a:lnTo>
                    <a:pt x="72" y="7046"/>
                  </a:lnTo>
                  <a:cubicBezTo>
                    <a:pt x="0" y="7153"/>
                    <a:pt x="84" y="7296"/>
                    <a:pt x="215" y="7296"/>
                  </a:cubicBezTo>
                  <a:lnTo>
                    <a:pt x="9323" y="7296"/>
                  </a:lnTo>
                  <a:cubicBezTo>
                    <a:pt x="9454" y="7296"/>
                    <a:pt x="9537" y="7153"/>
                    <a:pt x="9466" y="7046"/>
                  </a:cubicBezTo>
                  <a:lnTo>
                    <a:pt x="4906" y="81"/>
                  </a:lnTo>
                  <a:cubicBezTo>
                    <a:pt x="4876" y="27"/>
                    <a:pt x="4822" y="1"/>
                    <a:pt x="47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9"/>
            <p:cNvSpPr/>
            <p:nvPr/>
          </p:nvSpPr>
          <p:spPr>
            <a:xfrm>
              <a:off x="6004562" y="1626058"/>
              <a:ext cx="41802" cy="118590"/>
            </a:xfrm>
            <a:custGeom>
              <a:rect b="b" l="l" r="r" t="t"/>
              <a:pathLst>
                <a:path extrusionOk="0" h="3549" w="1251">
                  <a:moveTo>
                    <a:pt x="203" y="0"/>
                  </a:moveTo>
                  <a:cubicBezTo>
                    <a:pt x="96" y="0"/>
                    <a:pt x="1" y="96"/>
                    <a:pt x="13" y="215"/>
                  </a:cubicBezTo>
                  <a:lnTo>
                    <a:pt x="227" y="3334"/>
                  </a:lnTo>
                  <a:cubicBezTo>
                    <a:pt x="227" y="3453"/>
                    <a:pt x="334" y="3548"/>
                    <a:pt x="453" y="3548"/>
                  </a:cubicBezTo>
                  <a:lnTo>
                    <a:pt x="810" y="3548"/>
                  </a:lnTo>
                  <a:cubicBezTo>
                    <a:pt x="930" y="3548"/>
                    <a:pt x="1025" y="3453"/>
                    <a:pt x="1037" y="3334"/>
                  </a:cubicBezTo>
                  <a:lnTo>
                    <a:pt x="1239" y="215"/>
                  </a:lnTo>
                  <a:cubicBezTo>
                    <a:pt x="1251" y="96"/>
                    <a:pt x="1156" y="0"/>
                    <a:pt x="104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9"/>
            <p:cNvSpPr/>
            <p:nvPr/>
          </p:nvSpPr>
          <p:spPr>
            <a:xfrm>
              <a:off x="6004161" y="1752567"/>
              <a:ext cx="37458" cy="31978"/>
            </a:xfrm>
            <a:custGeom>
              <a:rect b="b" l="l" r="r" t="t"/>
              <a:pathLst>
                <a:path extrusionOk="0" h="957" w="1121">
                  <a:moveTo>
                    <a:pt x="644" y="0"/>
                  </a:moveTo>
                  <a:cubicBezTo>
                    <a:pt x="215" y="0"/>
                    <a:pt x="1" y="512"/>
                    <a:pt x="299" y="810"/>
                  </a:cubicBezTo>
                  <a:cubicBezTo>
                    <a:pt x="400" y="911"/>
                    <a:pt x="523" y="957"/>
                    <a:pt x="642" y="957"/>
                  </a:cubicBezTo>
                  <a:cubicBezTo>
                    <a:pt x="888" y="957"/>
                    <a:pt x="1120" y="765"/>
                    <a:pt x="1120" y="477"/>
                  </a:cubicBezTo>
                  <a:cubicBezTo>
                    <a:pt x="1120" y="215"/>
                    <a:pt x="906" y="0"/>
                    <a:pt x="6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9"/>
            <p:cNvSpPr/>
            <p:nvPr/>
          </p:nvSpPr>
          <p:spPr>
            <a:xfrm>
              <a:off x="5864519" y="2142855"/>
              <a:ext cx="102283" cy="105057"/>
            </a:xfrm>
            <a:custGeom>
              <a:rect b="b" l="l" r="r" t="t"/>
              <a:pathLst>
                <a:path extrusionOk="0" h="3144" w="3061">
                  <a:moveTo>
                    <a:pt x="691" y="0"/>
                  </a:moveTo>
                  <a:lnTo>
                    <a:pt x="1" y="655"/>
                  </a:lnTo>
                  <a:lnTo>
                    <a:pt x="2382" y="3144"/>
                  </a:lnTo>
                  <a:lnTo>
                    <a:pt x="3061" y="2489"/>
                  </a:lnTo>
                  <a:lnTo>
                    <a:pt x="69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9"/>
            <p:cNvSpPr/>
            <p:nvPr/>
          </p:nvSpPr>
          <p:spPr>
            <a:xfrm>
              <a:off x="5916647" y="2201765"/>
              <a:ext cx="231967" cy="234005"/>
            </a:xfrm>
            <a:custGeom>
              <a:rect b="b" l="l" r="r" t="t"/>
              <a:pathLst>
                <a:path extrusionOk="0" h="7003" w="6942">
                  <a:moveTo>
                    <a:pt x="876" y="1"/>
                  </a:moveTo>
                  <a:cubicBezTo>
                    <a:pt x="680" y="1"/>
                    <a:pt x="484" y="75"/>
                    <a:pt x="334" y="226"/>
                  </a:cubicBezTo>
                  <a:cubicBezTo>
                    <a:pt x="12" y="523"/>
                    <a:pt x="1" y="1024"/>
                    <a:pt x="310" y="1333"/>
                  </a:cubicBezTo>
                  <a:lnTo>
                    <a:pt x="5501" y="6762"/>
                  </a:lnTo>
                  <a:cubicBezTo>
                    <a:pt x="5654" y="6922"/>
                    <a:pt x="5861" y="7002"/>
                    <a:pt x="6070" y="7002"/>
                  </a:cubicBezTo>
                  <a:cubicBezTo>
                    <a:pt x="6266" y="7002"/>
                    <a:pt x="6464" y="6931"/>
                    <a:pt x="6620" y="6786"/>
                  </a:cubicBezTo>
                  <a:cubicBezTo>
                    <a:pt x="6930" y="6488"/>
                    <a:pt x="6942" y="5988"/>
                    <a:pt x="6644" y="5679"/>
                  </a:cubicBezTo>
                  <a:lnTo>
                    <a:pt x="1453" y="250"/>
                  </a:lnTo>
                  <a:cubicBezTo>
                    <a:pt x="1294" y="84"/>
                    <a:pt x="1084" y="1"/>
                    <a:pt x="8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9"/>
            <p:cNvSpPr/>
            <p:nvPr/>
          </p:nvSpPr>
          <p:spPr>
            <a:xfrm>
              <a:off x="5520378" y="1826515"/>
              <a:ext cx="413410" cy="395634"/>
            </a:xfrm>
            <a:custGeom>
              <a:rect b="b" l="l" r="r" t="t"/>
              <a:pathLst>
                <a:path extrusionOk="0" h="11840" w="12372">
                  <a:moveTo>
                    <a:pt x="6402" y="1422"/>
                  </a:moveTo>
                  <a:cubicBezTo>
                    <a:pt x="8749" y="1422"/>
                    <a:pt x="10985" y="3281"/>
                    <a:pt x="10919" y="6027"/>
                  </a:cubicBezTo>
                  <a:cubicBezTo>
                    <a:pt x="10849" y="8471"/>
                    <a:pt x="8837" y="10410"/>
                    <a:pt x="6407" y="10410"/>
                  </a:cubicBezTo>
                  <a:cubicBezTo>
                    <a:pt x="6363" y="10410"/>
                    <a:pt x="6319" y="10409"/>
                    <a:pt x="6276" y="10408"/>
                  </a:cubicBezTo>
                  <a:cubicBezTo>
                    <a:pt x="2287" y="10265"/>
                    <a:pt x="441" y="5384"/>
                    <a:pt x="3347" y="2657"/>
                  </a:cubicBezTo>
                  <a:cubicBezTo>
                    <a:pt x="4252" y="1803"/>
                    <a:pt x="5338" y="1422"/>
                    <a:pt x="6402" y="1422"/>
                  </a:cubicBezTo>
                  <a:close/>
                  <a:moveTo>
                    <a:pt x="6395" y="1"/>
                  </a:moveTo>
                  <a:cubicBezTo>
                    <a:pt x="4048" y="1"/>
                    <a:pt x="1914" y="1384"/>
                    <a:pt x="965" y="3526"/>
                  </a:cubicBezTo>
                  <a:cubicBezTo>
                    <a:pt x="1" y="5717"/>
                    <a:pt x="441" y="8277"/>
                    <a:pt x="2096" y="10003"/>
                  </a:cubicBezTo>
                  <a:cubicBezTo>
                    <a:pt x="3237" y="11202"/>
                    <a:pt x="4797" y="11840"/>
                    <a:pt x="6385" y="11840"/>
                  </a:cubicBezTo>
                  <a:cubicBezTo>
                    <a:pt x="7101" y="11840"/>
                    <a:pt x="7822" y="11710"/>
                    <a:pt x="8514" y="11444"/>
                  </a:cubicBezTo>
                  <a:cubicBezTo>
                    <a:pt x="10752" y="10575"/>
                    <a:pt x="12241" y="8455"/>
                    <a:pt x="12300" y="6062"/>
                  </a:cubicBezTo>
                  <a:cubicBezTo>
                    <a:pt x="12372" y="2788"/>
                    <a:pt x="9776" y="85"/>
                    <a:pt x="6514" y="2"/>
                  </a:cubicBezTo>
                  <a:cubicBezTo>
                    <a:pt x="6474" y="1"/>
                    <a:pt x="6434" y="1"/>
                    <a:pt x="639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9"/>
            <p:cNvSpPr/>
            <p:nvPr/>
          </p:nvSpPr>
          <p:spPr>
            <a:xfrm>
              <a:off x="5728855" y="1955363"/>
              <a:ext cx="90354" cy="44709"/>
            </a:xfrm>
            <a:custGeom>
              <a:rect b="b" l="l" r="r" t="t"/>
              <a:pathLst>
                <a:path extrusionOk="0" h="1338" w="2704">
                  <a:moveTo>
                    <a:pt x="2229" y="1"/>
                  </a:moveTo>
                  <a:cubicBezTo>
                    <a:pt x="2209" y="1"/>
                    <a:pt x="2192" y="10"/>
                    <a:pt x="2180" y="27"/>
                  </a:cubicBezTo>
                  <a:cubicBezTo>
                    <a:pt x="2156" y="51"/>
                    <a:pt x="2156" y="99"/>
                    <a:pt x="2180" y="123"/>
                  </a:cubicBezTo>
                  <a:cubicBezTo>
                    <a:pt x="2299" y="266"/>
                    <a:pt x="2418" y="420"/>
                    <a:pt x="2513" y="587"/>
                  </a:cubicBezTo>
                  <a:cubicBezTo>
                    <a:pt x="2108" y="706"/>
                    <a:pt x="441" y="1182"/>
                    <a:pt x="108" y="1182"/>
                  </a:cubicBezTo>
                  <a:cubicBezTo>
                    <a:pt x="1" y="1182"/>
                    <a:pt x="1" y="1337"/>
                    <a:pt x="108" y="1337"/>
                  </a:cubicBezTo>
                  <a:lnTo>
                    <a:pt x="108" y="1325"/>
                  </a:lnTo>
                  <a:cubicBezTo>
                    <a:pt x="513" y="1325"/>
                    <a:pt x="2549" y="718"/>
                    <a:pt x="2632" y="694"/>
                  </a:cubicBezTo>
                  <a:cubicBezTo>
                    <a:pt x="2680" y="682"/>
                    <a:pt x="2704" y="623"/>
                    <a:pt x="2680" y="587"/>
                  </a:cubicBezTo>
                  <a:cubicBezTo>
                    <a:pt x="2561" y="385"/>
                    <a:pt x="2430" y="194"/>
                    <a:pt x="2287" y="27"/>
                  </a:cubicBezTo>
                  <a:cubicBezTo>
                    <a:pt x="2269" y="10"/>
                    <a:pt x="2248" y="1"/>
                    <a:pt x="22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9"/>
            <p:cNvSpPr/>
            <p:nvPr/>
          </p:nvSpPr>
          <p:spPr>
            <a:xfrm>
              <a:off x="5800095" y="1954661"/>
              <a:ext cx="7986" cy="6817"/>
            </a:xfrm>
            <a:custGeom>
              <a:rect b="b" l="l" r="r" t="t"/>
              <a:pathLst>
                <a:path extrusionOk="0" h="204" w="239">
                  <a:moveTo>
                    <a:pt x="119" y="1"/>
                  </a:moveTo>
                  <a:cubicBezTo>
                    <a:pt x="48" y="1"/>
                    <a:pt x="0" y="48"/>
                    <a:pt x="0" y="96"/>
                  </a:cubicBezTo>
                  <a:cubicBezTo>
                    <a:pt x="0" y="156"/>
                    <a:pt x="48" y="203"/>
                    <a:pt x="119" y="203"/>
                  </a:cubicBezTo>
                  <a:cubicBezTo>
                    <a:pt x="179" y="203"/>
                    <a:pt x="238" y="156"/>
                    <a:pt x="238" y="96"/>
                  </a:cubicBezTo>
                  <a:cubicBezTo>
                    <a:pt x="238" y="48"/>
                    <a:pt x="179" y="1"/>
                    <a:pt x="1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9"/>
            <p:cNvSpPr/>
            <p:nvPr/>
          </p:nvSpPr>
          <p:spPr>
            <a:xfrm>
              <a:off x="5758460" y="2010364"/>
              <a:ext cx="73881" cy="26298"/>
            </a:xfrm>
            <a:custGeom>
              <a:rect b="b" l="l" r="r" t="t"/>
              <a:pathLst>
                <a:path extrusionOk="0" h="787" w="2211">
                  <a:moveTo>
                    <a:pt x="2032" y="1"/>
                  </a:moveTo>
                  <a:lnTo>
                    <a:pt x="103" y="263"/>
                  </a:lnTo>
                  <a:cubicBezTo>
                    <a:pt x="0" y="274"/>
                    <a:pt x="18" y="406"/>
                    <a:pt x="104" y="406"/>
                  </a:cubicBezTo>
                  <a:cubicBezTo>
                    <a:pt x="107" y="406"/>
                    <a:pt x="111" y="406"/>
                    <a:pt x="115" y="405"/>
                  </a:cubicBezTo>
                  <a:lnTo>
                    <a:pt x="1972" y="167"/>
                  </a:lnTo>
                  <a:lnTo>
                    <a:pt x="2056" y="727"/>
                  </a:lnTo>
                  <a:cubicBezTo>
                    <a:pt x="2068" y="763"/>
                    <a:pt x="2091" y="786"/>
                    <a:pt x="2127" y="786"/>
                  </a:cubicBezTo>
                  <a:lnTo>
                    <a:pt x="2151" y="786"/>
                  </a:lnTo>
                  <a:cubicBezTo>
                    <a:pt x="2187" y="775"/>
                    <a:pt x="2210" y="739"/>
                    <a:pt x="2210" y="703"/>
                  </a:cubicBezTo>
                  <a:lnTo>
                    <a:pt x="2115" y="72"/>
                  </a:lnTo>
                  <a:cubicBezTo>
                    <a:pt x="2103" y="25"/>
                    <a:pt x="2068" y="1"/>
                    <a:pt x="20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9"/>
            <p:cNvSpPr/>
            <p:nvPr/>
          </p:nvSpPr>
          <p:spPr>
            <a:xfrm>
              <a:off x="5825558" y="2030246"/>
              <a:ext cx="8387" cy="6817"/>
            </a:xfrm>
            <a:custGeom>
              <a:rect b="b" l="l" r="r" t="t"/>
              <a:pathLst>
                <a:path extrusionOk="0" h="204" w="251">
                  <a:moveTo>
                    <a:pt x="119" y="1"/>
                  </a:moveTo>
                  <a:cubicBezTo>
                    <a:pt x="60" y="1"/>
                    <a:pt x="0" y="37"/>
                    <a:pt x="0" y="96"/>
                  </a:cubicBezTo>
                  <a:cubicBezTo>
                    <a:pt x="0" y="156"/>
                    <a:pt x="60" y="203"/>
                    <a:pt x="119" y="203"/>
                  </a:cubicBezTo>
                  <a:cubicBezTo>
                    <a:pt x="191" y="203"/>
                    <a:pt x="250" y="156"/>
                    <a:pt x="250" y="96"/>
                  </a:cubicBezTo>
                  <a:cubicBezTo>
                    <a:pt x="250" y="37"/>
                    <a:pt x="191" y="1"/>
                    <a:pt x="1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9"/>
            <p:cNvSpPr/>
            <p:nvPr/>
          </p:nvSpPr>
          <p:spPr>
            <a:xfrm>
              <a:off x="5751142" y="2051197"/>
              <a:ext cx="70439" cy="24861"/>
            </a:xfrm>
            <a:custGeom>
              <a:rect b="b" l="l" r="r" t="t"/>
              <a:pathLst>
                <a:path extrusionOk="0" h="744" w="2108">
                  <a:moveTo>
                    <a:pt x="2043" y="0"/>
                  </a:moveTo>
                  <a:cubicBezTo>
                    <a:pt x="2038" y="0"/>
                    <a:pt x="2032" y="2"/>
                    <a:pt x="2025" y="5"/>
                  </a:cubicBezTo>
                  <a:lnTo>
                    <a:pt x="72" y="160"/>
                  </a:lnTo>
                  <a:cubicBezTo>
                    <a:pt x="24" y="160"/>
                    <a:pt x="1" y="196"/>
                    <a:pt x="1" y="243"/>
                  </a:cubicBezTo>
                  <a:cubicBezTo>
                    <a:pt x="12" y="279"/>
                    <a:pt x="36" y="303"/>
                    <a:pt x="84" y="303"/>
                  </a:cubicBezTo>
                  <a:lnTo>
                    <a:pt x="1953" y="160"/>
                  </a:lnTo>
                  <a:lnTo>
                    <a:pt x="1941" y="672"/>
                  </a:lnTo>
                  <a:cubicBezTo>
                    <a:pt x="1929" y="707"/>
                    <a:pt x="1965" y="743"/>
                    <a:pt x="2001" y="743"/>
                  </a:cubicBezTo>
                  <a:cubicBezTo>
                    <a:pt x="2048" y="743"/>
                    <a:pt x="2084" y="707"/>
                    <a:pt x="2084" y="672"/>
                  </a:cubicBezTo>
                  <a:lnTo>
                    <a:pt x="2108" y="76"/>
                  </a:lnTo>
                  <a:cubicBezTo>
                    <a:pt x="2108" y="53"/>
                    <a:pt x="2096" y="29"/>
                    <a:pt x="2084" y="17"/>
                  </a:cubicBezTo>
                  <a:cubicBezTo>
                    <a:pt x="2067" y="9"/>
                    <a:pt x="2056" y="0"/>
                    <a:pt x="20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9"/>
            <p:cNvSpPr/>
            <p:nvPr/>
          </p:nvSpPr>
          <p:spPr>
            <a:xfrm>
              <a:off x="5812826" y="2069809"/>
              <a:ext cx="9156" cy="6950"/>
            </a:xfrm>
            <a:custGeom>
              <a:rect b="b" l="l" r="r" t="t"/>
              <a:pathLst>
                <a:path extrusionOk="0" h="208" w="274">
                  <a:moveTo>
                    <a:pt x="147" y="0"/>
                  </a:moveTo>
                  <a:cubicBezTo>
                    <a:pt x="134" y="0"/>
                    <a:pt x="120" y="2"/>
                    <a:pt x="107" y="8"/>
                  </a:cubicBezTo>
                  <a:cubicBezTo>
                    <a:pt x="48" y="20"/>
                    <a:pt x="0" y="79"/>
                    <a:pt x="24" y="139"/>
                  </a:cubicBezTo>
                  <a:cubicBezTo>
                    <a:pt x="33" y="183"/>
                    <a:pt x="74" y="207"/>
                    <a:pt x="119" y="207"/>
                  </a:cubicBezTo>
                  <a:cubicBezTo>
                    <a:pt x="135" y="207"/>
                    <a:pt x="151" y="204"/>
                    <a:pt x="167" y="198"/>
                  </a:cubicBezTo>
                  <a:cubicBezTo>
                    <a:pt x="226" y="186"/>
                    <a:pt x="274" y="127"/>
                    <a:pt x="250" y="67"/>
                  </a:cubicBezTo>
                  <a:cubicBezTo>
                    <a:pt x="241" y="30"/>
                    <a:pt x="195" y="0"/>
                    <a:pt x="1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9"/>
            <p:cNvSpPr/>
            <p:nvPr/>
          </p:nvSpPr>
          <p:spPr>
            <a:xfrm>
              <a:off x="5658048" y="1955664"/>
              <a:ext cx="90354" cy="44810"/>
            </a:xfrm>
            <a:custGeom>
              <a:rect b="b" l="l" r="r" t="t"/>
              <a:pathLst>
                <a:path extrusionOk="0" h="1341" w="2704">
                  <a:moveTo>
                    <a:pt x="471" y="1"/>
                  </a:moveTo>
                  <a:cubicBezTo>
                    <a:pt x="453" y="1"/>
                    <a:pt x="435" y="7"/>
                    <a:pt x="417" y="18"/>
                  </a:cubicBezTo>
                  <a:cubicBezTo>
                    <a:pt x="274" y="197"/>
                    <a:pt x="143" y="388"/>
                    <a:pt x="24" y="590"/>
                  </a:cubicBezTo>
                  <a:cubicBezTo>
                    <a:pt x="0" y="626"/>
                    <a:pt x="24" y="673"/>
                    <a:pt x="72" y="697"/>
                  </a:cubicBezTo>
                  <a:cubicBezTo>
                    <a:pt x="155" y="721"/>
                    <a:pt x="2191" y="1328"/>
                    <a:pt x="2596" y="1328"/>
                  </a:cubicBezTo>
                  <a:lnTo>
                    <a:pt x="2596" y="1340"/>
                  </a:lnTo>
                  <a:cubicBezTo>
                    <a:pt x="2703" y="1340"/>
                    <a:pt x="2703" y="1185"/>
                    <a:pt x="2596" y="1185"/>
                  </a:cubicBezTo>
                  <a:cubicBezTo>
                    <a:pt x="2263" y="1173"/>
                    <a:pt x="596" y="697"/>
                    <a:pt x="191" y="578"/>
                  </a:cubicBezTo>
                  <a:cubicBezTo>
                    <a:pt x="286" y="423"/>
                    <a:pt x="393" y="268"/>
                    <a:pt x="524" y="126"/>
                  </a:cubicBezTo>
                  <a:cubicBezTo>
                    <a:pt x="548" y="102"/>
                    <a:pt x="548" y="54"/>
                    <a:pt x="524" y="18"/>
                  </a:cubicBezTo>
                  <a:cubicBezTo>
                    <a:pt x="506" y="7"/>
                    <a:pt x="489" y="1"/>
                    <a:pt x="4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9"/>
            <p:cNvSpPr/>
            <p:nvPr/>
          </p:nvSpPr>
          <p:spPr>
            <a:xfrm>
              <a:off x="5669175" y="1954661"/>
              <a:ext cx="7986" cy="6817"/>
            </a:xfrm>
            <a:custGeom>
              <a:rect b="b" l="l" r="r" t="t"/>
              <a:pathLst>
                <a:path extrusionOk="0" h="204" w="239">
                  <a:moveTo>
                    <a:pt x="120" y="1"/>
                  </a:moveTo>
                  <a:cubicBezTo>
                    <a:pt x="48" y="1"/>
                    <a:pt x="1" y="48"/>
                    <a:pt x="1" y="96"/>
                  </a:cubicBezTo>
                  <a:cubicBezTo>
                    <a:pt x="1" y="156"/>
                    <a:pt x="48" y="203"/>
                    <a:pt x="120" y="203"/>
                  </a:cubicBezTo>
                  <a:cubicBezTo>
                    <a:pt x="179" y="203"/>
                    <a:pt x="239" y="156"/>
                    <a:pt x="239" y="96"/>
                  </a:cubicBezTo>
                  <a:cubicBezTo>
                    <a:pt x="239" y="48"/>
                    <a:pt x="179" y="1"/>
                    <a:pt x="1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9"/>
            <p:cNvSpPr/>
            <p:nvPr/>
          </p:nvSpPr>
          <p:spPr>
            <a:xfrm>
              <a:off x="5644515" y="2010765"/>
              <a:ext cx="74315" cy="25897"/>
            </a:xfrm>
            <a:custGeom>
              <a:rect b="b" l="l" r="r" t="t"/>
              <a:pathLst>
                <a:path extrusionOk="0" h="775" w="2224">
                  <a:moveTo>
                    <a:pt x="191" y="1"/>
                  </a:moveTo>
                  <a:cubicBezTo>
                    <a:pt x="155" y="1"/>
                    <a:pt x="120" y="24"/>
                    <a:pt x="108" y="60"/>
                  </a:cubicBezTo>
                  <a:lnTo>
                    <a:pt x="13" y="691"/>
                  </a:lnTo>
                  <a:cubicBezTo>
                    <a:pt x="1" y="739"/>
                    <a:pt x="36" y="774"/>
                    <a:pt x="72" y="774"/>
                  </a:cubicBezTo>
                  <a:lnTo>
                    <a:pt x="84" y="774"/>
                  </a:lnTo>
                  <a:cubicBezTo>
                    <a:pt x="120" y="774"/>
                    <a:pt x="155" y="751"/>
                    <a:pt x="155" y="715"/>
                  </a:cubicBezTo>
                  <a:lnTo>
                    <a:pt x="251" y="155"/>
                  </a:lnTo>
                  <a:lnTo>
                    <a:pt x="2108" y="405"/>
                  </a:lnTo>
                  <a:cubicBezTo>
                    <a:pt x="2112" y="406"/>
                    <a:pt x="2115" y="406"/>
                    <a:pt x="2118" y="406"/>
                  </a:cubicBezTo>
                  <a:cubicBezTo>
                    <a:pt x="2205" y="406"/>
                    <a:pt x="2223" y="262"/>
                    <a:pt x="2120" y="251"/>
                  </a:cubicBezTo>
                  <a:lnTo>
                    <a:pt x="1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9"/>
            <p:cNvSpPr/>
            <p:nvPr/>
          </p:nvSpPr>
          <p:spPr>
            <a:xfrm>
              <a:off x="5643312" y="2030246"/>
              <a:ext cx="8020" cy="6817"/>
            </a:xfrm>
            <a:custGeom>
              <a:rect b="b" l="l" r="r" t="t"/>
              <a:pathLst>
                <a:path extrusionOk="0" h="204" w="240">
                  <a:moveTo>
                    <a:pt x="120" y="1"/>
                  </a:moveTo>
                  <a:cubicBezTo>
                    <a:pt x="49" y="1"/>
                    <a:pt x="1" y="37"/>
                    <a:pt x="1" y="96"/>
                  </a:cubicBezTo>
                  <a:cubicBezTo>
                    <a:pt x="1" y="156"/>
                    <a:pt x="49" y="203"/>
                    <a:pt x="120" y="203"/>
                  </a:cubicBezTo>
                  <a:cubicBezTo>
                    <a:pt x="191" y="203"/>
                    <a:pt x="239" y="156"/>
                    <a:pt x="239" y="96"/>
                  </a:cubicBezTo>
                  <a:cubicBezTo>
                    <a:pt x="239" y="37"/>
                    <a:pt x="191" y="1"/>
                    <a:pt x="1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9"/>
            <p:cNvSpPr/>
            <p:nvPr/>
          </p:nvSpPr>
          <p:spPr>
            <a:xfrm>
              <a:off x="5655676" y="2051364"/>
              <a:ext cx="70439" cy="24694"/>
            </a:xfrm>
            <a:custGeom>
              <a:rect b="b" l="l" r="r" t="t"/>
              <a:pathLst>
                <a:path extrusionOk="0" h="739" w="2108">
                  <a:moveTo>
                    <a:pt x="83" y="0"/>
                  </a:moveTo>
                  <a:cubicBezTo>
                    <a:pt x="60" y="0"/>
                    <a:pt x="36" y="0"/>
                    <a:pt x="24" y="12"/>
                  </a:cubicBezTo>
                  <a:cubicBezTo>
                    <a:pt x="12" y="36"/>
                    <a:pt x="0" y="48"/>
                    <a:pt x="0" y="71"/>
                  </a:cubicBezTo>
                  <a:lnTo>
                    <a:pt x="24" y="667"/>
                  </a:lnTo>
                  <a:cubicBezTo>
                    <a:pt x="36" y="702"/>
                    <a:pt x="60" y="738"/>
                    <a:pt x="95" y="738"/>
                  </a:cubicBezTo>
                  <a:lnTo>
                    <a:pt x="107" y="738"/>
                  </a:lnTo>
                  <a:cubicBezTo>
                    <a:pt x="143" y="738"/>
                    <a:pt x="179" y="702"/>
                    <a:pt x="167" y="667"/>
                  </a:cubicBezTo>
                  <a:lnTo>
                    <a:pt x="155" y="155"/>
                  </a:lnTo>
                  <a:lnTo>
                    <a:pt x="2024" y="298"/>
                  </a:lnTo>
                  <a:cubicBezTo>
                    <a:pt x="2060" y="298"/>
                    <a:pt x="2096" y="274"/>
                    <a:pt x="2107" y="238"/>
                  </a:cubicBezTo>
                  <a:cubicBezTo>
                    <a:pt x="2107" y="202"/>
                    <a:pt x="2072" y="167"/>
                    <a:pt x="2036" y="155"/>
                  </a:cubicBezTo>
                  <a:lnTo>
                    <a:pt x="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9"/>
            <p:cNvSpPr/>
            <p:nvPr/>
          </p:nvSpPr>
          <p:spPr>
            <a:xfrm>
              <a:off x="5655275" y="2070344"/>
              <a:ext cx="9156" cy="6984"/>
            </a:xfrm>
            <a:custGeom>
              <a:rect b="b" l="l" r="r" t="t"/>
              <a:pathLst>
                <a:path extrusionOk="0" h="209" w="274">
                  <a:moveTo>
                    <a:pt x="136" y="1"/>
                  </a:moveTo>
                  <a:cubicBezTo>
                    <a:pt x="85" y="1"/>
                    <a:pt x="34" y="25"/>
                    <a:pt x="24" y="75"/>
                  </a:cubicBezTo>
                  <a:cubicBezTo>
                    <a:pt x="0" y="123"/>
                    <a:pt x="48" y="182"/>
                    <a:pt x="107" y="206"/>
                  </a:cubicBezTo>
                  <a:cubicBezTo>
                    <a:pt x="117" y="208"/>
                    <a:pt x="127" y="209"/>
                    <a:pt x="138" y="209"/>
                  </a:cubicBezTo>
                  <a:cubicBezTo>
                    <a:pt x="189" y="209"/>
                    <a:pt x="240" y="184"/>
                    <a:pt x="250" y="134"/>
                  </a:cubicBezTo>
                  <a:cubicBezTo>
                    <a:pt x="274" y="87"/>
                    <a:pt x="226" y="27"/>
                    <a:pt x="167" y="4"/>
                  </a:cubicBezTo>
                  <a:cubicBezTo>
                    <a:pt x="157" y="2"/>
                    <a:pt x="147" y="1"/>
                    <a:pt x="1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9"/>
            <p:cNvSpPr/>
            <p:nvPr/>
          </p:nvSpPr>
          <p:spPr>
            <a:xfrm>
              <a:off x="5712949" y="1951888"/>
              <a:ext cx="51359" cy="43807"/>
            </a:xfrm>
            <a:custGeom>
              <a:rect b="b" l="l" r="r" t="t"/>
              <a:pathLst>
                <a:path extrusionOk="0" h="1311" w="1537">
                  <a:moveTo>
                    <a:pt x="763" y="0"/>
                  </a:moveTo>
                  <a:cubicBezTo>
                    <a:pt x="346" y="0"/>
                    <a:pt x="1" y="286"/>
                    <a:pt x="1" y="655"/>
                  </a:cubicBezTo>
                  <a:cubicBezTo>
                    <a:pt x="1" y="1013"/>
                    <a:pt x="346" y="1310"/>
                    <a:pt x="763" y="1310"/>
                  </a:cubicBezTo>
                  <a:cubicBezTo>
                    <a:pt x="1191" y="1310"/>
                    <a:pt x="1536" y="1013"/>
                    <a:pt x="1536" y="655"/>
                  </a:cubicBezTo>
                  <a:cubicBezTo>
                    <a:pt x="1536" y="286"/>
                    <a:pt x="1191" y="0"/>
                    <a:pt x="7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9"/>
            <p:cNvSpPr/>
            <p:nvPr/>
          </p:nvSpPr>
          <p:spPr>
            <a:xfrm>
              <a:off x="5720100" y="1951888"/>
              <a:ext cx="9189" cy="9189"/>
            </a:xfrm>
            <a:custGeom>
              <a:rect b="b" l="l" r="r" t="t"/>
              <a:pathLst>
                <a:path extrusionOk="0" h="275" w="275">
                  <a:moveTo>
                    <a:pt x="144" y="0"/>
                  </a:moveTo>
                  <a:cubicBezTo>
                    <a:pt x="60" y="0"/>
                    <a:pt x="1" y="60"/>
                    <a:pt x="1" y="131"/>
                  </a:cubicBezTo>
                  <a:cubicBezTo>
                    <a:pt x="1" y="203"/>
                    <a:pt x="60" y="274"/>
                    <a:pt x="144" y="274"/>
                  </a:cubicBezTo>
                  <a:cubicBezTo>
                    <a:pt x="215" y="274"/>
                    <a:pt x="275" y="203"/>
                    <a:pt x="275" y="131"/>
                  </a:cubicBezTo>
                  <a:cubicBezTo>
                    <a:pt x="275" y="60"/>
                    <a:pt x="215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9"/>
            <p:cNvSpPr/>
            <p:nvPr/>
          </p:nvSpPr>
          <p:spPr>
            <a:xfrm>
              <a:off x="5747567" y="1951888"/>
              <a:ext cx="9189" cy="9189"/>
            </a:xfrm>
            <a:custGeom>
              <a:rect b="b" l="l" r="r" t="t"/>
              <a:pathLst>
                <a:path extrusionOk="0" h="275" w="275">
                  <a:moveTo>
                    <a:pt x="143" y="0"/>
                  </a:moveTo>
                  <a:cubicBezTo>
                    <a:pt x="72" y="0"/>
                    <a:pt x="0" y="60"/>
                    <a:pt x="0" y="131"/>
                  </a:cubicBezTo>
                  <a:cubicBezTo>
                    <a:pt x="0" y="203"/>
                    <a:pt x="72" y="274"/>
                    <a:pt x="143" y="274"/>
                  </a:cubicBezTo>
                  <a:cubicBezTo>
                    <a:pt x="215" y="274"/>
                    <a:pt x="274" y="203"/>
                    <a:pt x="274" y="131"/>
                  </a:cubicBezTo>
                  <a:cubicBezTo>
                    <a:pt x="274" y="60"/>
                    <a:pt x="215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9"/>
            <p:cNvSpPr/>
            <p:nvPr/>
          </p:nvSpPr>
          <p:spPr>
            <a:xfrm>
              <a:off x="5673553" y="1967393"/>
              <a:ext cx="128948" cy="135297"/>
            </a:xfrm>
            <a:custGeom>
              <a:rect b="b" l="l" r="r" t="t"/>
              <a:pathLst>
                <a:path extrusionOk="0" h="4049" w="3859">
                  <a:moveTo>
                    <a:pt x="1930" y="1"/>
                  </a:moveTo>
                  <a:cubicBezTo>
                    <a:pt x="858" y="1"/>
                    <a:pt x="1" y="906"/>
                    <a:pt x="1" y="2025"/>
                  </a:cubicBezTo>
                  <a:cubicBezTo>
                    <a:pt x="1" y="3144"/>
                    <a:pt x="858" y="4049"/>
                    <a:pt x="1930" y="4049"/>
                  </a:cubicBezTo>
                  <a:cubicBezTo>
                    <a:pt x="2989" y="4049"/>
                    <a:pt x="3858" y="3144"/>
                    <a:pt x="3858" y="2025"/>
                  </a:cubicBezTo>
                  <a:cubicBezTo>
                    <a:pt x="3858" y="906"/>
                    <a:pt x="2989" y="1"/>
                    <a:pt x="19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9"/>
            <p:cNvSpPr/>
            <p:nvPr/>
          </p:nvSpPr>
          <p:spPr>
            <a:xfrm>
              <a:off x="5674756" y="1967793"/>
              <a:ext cx="64491" cy="134128"/>
            </a:xfrm>
            <a:custGeom>
              <a:rect b="b" l="l" r="r" t="t"/>
              <a:pathLst>
                <a:path extrusionOk="0" h="4014" w="1930">
                  <a:moveTo>
                    <a:pt x="1897" y="1"/>
                  </a:moveTo>
                  <a:cubicBezTo>
                    <a:pt x="847" y="1"/>
                    <a:pt x="1" y="913"/>
                    <a:pt x="1" y="2013"/>
                  </a:cubicBezTo>
                  <a:cubicBezTo>
                    <a:pt x="1" y="2930"/>
                    <a:pt x="572" y="3846"/>
                    <a:pt x="1667" y="4013"/>
                  </a:cubicBezTo>
                  <a:cubicBezTo>
                    <a:pt x="1727" y="2656"/>
                    <a:pt x="1929" y="1"/>
                    <a:pt x="1917" y="1"/>
                  </a:cubicBezTo>
                  <a:cubicBezTo>
                    <a:pt x="1911" y="1"/>
                    <a:pt x="1904" y="1"/>
                    <a:pt x="189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9"/>
            <p:cNvSpPr/>
            <p:nvPr/>
          </p:nvSpPr>
          <p:spPr>
            <a:xfrm>
              <a:off x="5739213" y="1967793"/>
              <a:ext cx="64491" cy="134128"/>
            </a:xfrm>
            <a:custGeom>
              <a:rect b="b" l="l" r="r" t="t"/>
              <a:pathLst>
                <a:path extrusionOk="0" h="4014" w="1930">
                  <a:moveTo>
                    <a:pt x="21" y="1"/>
                  </a:moveTo>
                  <a:cubicBezTo>
                    <a:pt x="14" y="1"/>
                    <a:pt x="7" y="1"/>
                    <a:pt x="0" y="1"/>
                  </a:cubicBezTo>
                  <a:cubicBezTo>
                    <a:pt x="0" y="1"/>
                    <a:pt x="203" y="2656"/>
                    <a:pt x="262" y="4013"/>
                  </a:cubicBezTo>
                  <a:cubicBezTo>
                    <a:pt x="1358" y="3846"/>
                    <a:pt x="1929" y="2930"/>
                    <a:pt x="1929" y="2013"/>
                  </a:cubicBezTo>
                  <a:cubicBezTo>
                    <a:pt x="1929" y="913"/>
                    <a:pt x="1083" y="1"/>
                    <a:pt x="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5" name="Google Shape;215;p19"/>
          <p:cNvGrpSpPr/>
          <p:nvPr/>
        </p:nvGrpSpPr>
        <p:grpSpPr>
          <a:xfrm>
            <a:off x="506000" y="3269950"/>
            <a:ext cx="1367325" cy="1199575"/>
            <a:chOff x="506000" y="3269950"/>
            <a:chExt cx="1367325" cy="1199575"/>
          </a:xfrm>
        </p:grpSpPr>
        <p:sp>
          <p:nvSpPr>
            <p:cNvPr id="216" name="Google Shape;216;p19"/>
            <p:cNvSpPr txBox="1"/>
            <p:nvPr/>
          </p:nvSpPr>
          <p:spPr>
            <a:xfrm>
              <a:off x="523925" y="3269950"/>
              <a:ext cx="1349400" cy="37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C1130"/>
                  </a:solidFill>
                </a:rPr>
                <a:t>MALICIOUS USER </a:t>
              </a:r>
              <a:r>
                <a:rPr lang="en" sz="900">
                  <a:solidFill>
                    <a:schemeClr val="dk1"/>
                  </a:solidFill>
                </a:rPr>
                <a:t>                                                                           </a:t>
              </a:r>
              <a:endParaRPr b="1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17" name="Google Shape;217;p19"/>
            <p:cNvSpPr txBox="1"/>
            <p:nvPr/>
          </p:nvSpPr>
          <p:spPr>
            <a:xfrm>
              <a:off x="506000" y="3925925"/>
              <a:ext cx="1366500" cy="54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182875" spcFirstLastPara="1" rIns="18287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</a:rPr>
                <a:t>Attacker sends requests to the web server</a:t>
              </a:r>
              <a:endParaRPr sz="9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218" name="Google Shape;218;p19"/>
          <p:cNvGrpSpPr/>
          <p:nvPr/>
        </p:nvGrpSpPr>
        <p:grpSpPr>
          <a:xfrm>
            <a:off x="2601825" y="3307525"/>
            <a:ext cx="1526100" cy="1416700"/>
            <a:chOff x="2601825" y="3307525"/>
            <a:chExt cx="1526100" cy="1416700"/>
          </a:xfrm>
        </p:grpSpPr>
        <p:sp>
          <p:nvSpPr>
            <p:cNvPr id="219" name="Google Shape;219;p19"/>
            <p:cNvSpPr txBox="1"/>
            <p:nvPr/>
          </p:nvSpPr>
          <p:spPr>
            <a:xfrm>
              <a:off x="2759761" y="3307525"/>
              <a:ext cx="1349400" cy="37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Auto Defender</a:t>
              </a:r>
              <a:endParaRPr b="1" sz="19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20" name="Google Shape;220;p19"/>
            <p:cNvSpPr txBox="1"/>
            <p:nvPr/>
          </p:nvSpPr>
          <p:spPr>
            <a:xfrm>
              <a:off x="2601825" y="3925925"/>
              <a:ext cx="1526100" cy="79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182875" spcFirstLastPara="1" rIns="18287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latin typeface="Fira Sans"/>
                  <a:ea typeface="Fira Sans"/>
                  <a:cs typeface="Fira Sans"/>
                  <a:sym typeface="Fira Sans"/>
                </a:rPr>
                <a:t>Auto Defender</a:t>
              </a:r>
              <a:r>
                <a:rPr lang="en" sz="900">
                  <a:latin typeface="Fira Sans"/>
                  <a:ea typeface="Fira Sans"/>
                  <a:cs typeface="Fira Sans"/>
                  <a:sym typeface="Fira Sans"/>
                </a:rPr>
                <a:t> reads logs in real time</a:t>
              </a:r>
              <a:endParaRPr sz="900">
                <a:latin typeface="Fira Sans"/>
                <a:ea typeface="Fira Sans"/>
                <a:cs typeface="Fira Sans"/>
                <a:sym typeface="Fira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900">
                <a:latin typeface="Fira Sans"/>
                <a:ea typeface="Fira Sans"/>
                <a:cs typeface="Fira Sans"/>
                <a:sym typeface="Fira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900">
                  <a:latin typeface="Fira Sans"/>
                  <a:ea typeface="Fira Sans"/>
                  <a:cs typeface="Fira Sans"/>
                  <a:sym typeface="Fira Sans"/>
                </a:rPr>
                <a:t>Rules are applied to detect attacks</a:t>
              </a:r>
              <a:endParaRPr sz="900">
                <a:latin typeface="Fira Sans"/>
                <a:ea typeface="Fira Sans"/>
                <a:cs typeface="Fira Sans"/>
                <a:sym typeface="Fira San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221" name="Google Shape;221;p19"/>
          <p:cNvGrpSpPr/>
          <p:nvPr/>
        </p:nvGrpSpPr>
        <p:grpSpPr>
          <a:xfrm>
            <a:off x="5014950" y="3269975"/>
            <a:ext cx="1367550" cy="1199550"/>
            <a:chOff x="5014940" y="3269975"/>
            <a:chExt cx="1367550" cy="1199550"/>
          </a:xfrm>
        </p:grpSpPr>
        <p:sp>
          <p:nvSpPr>
            <p:cNvPr id="222" name="Google Shape;222;p19"/>
            <p:cNvSpPr txBox="1"/>
            <p:nvPr/>
          </p:nvSpPr>
          <p:spPr>
            <a:xfrm>
              <a:off x="5014940" y="3269975"/>
              <a:ext cx="1349400" cy="37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Firewall</a:t>
              </a:r>
              <a:endParaRPr b="1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23" name="Google Shape;223;p19"/>
            <p:cNvSpPr txBox="1"/>
            <p:nvPr/>
          </p:nvSpPr>
          <p:spPr>
            <a:xfrm flipH="1">
              <a:off x="5015990" y="3925925"/>
              <a:ext cx="1366500" cy="54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182875" spcFirstLastPara="1" rIns="182875" wrap="square" tIns="91425">
              <a:noAutofit/>
            </a:bodyPr>
            <a:lstStyle/>
            <a:p>
              <a:pPr indent="-228600" lvl="0" marL="0" rtl="0" algn="ctr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7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</a:t>
              </a:r>
              <a:r>
                <a:rPr lang="en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" sz="1100">
                  <a:solidFill>
                    <a:schemeClr val="dk1"/>
                  </a:solidFill>
                </a:rPr>
                <a:t>Firewall blocks the attacker’s IP automatically</a:t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224" name="Google Shape;224;p19"/>
          <p:cNvGrpSpPr/>
          <p:nvPr/>
        </p:nvGrpSpPr>
        <p:grpSpPr>
          <a:xfrm>
            <a:off x="7251759" y="3267225"/>
            <a:ext cx="1386050" cy="1202300"/>
            <a:chOff x="7251759" y="3267225"/>
            <a:chExt cx="1386050" cy="1202300"/>
          </a:xfrm>
        </p:grpSpPr>
        <p:sp>
          <p:nvSpPr>
            <p:cNvPr id="225" name="Google Shape;225;p19"/>
            <p:cNvSpPr txBox="1"/>
            <p:nvPr/>
          </p:nvSpPr>
          <p:spPr>
            <a:xfrm>
              <a:off x="7251759" y="3267225"/>
              <a:ext cx="1367100" cy="37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Admin gets Notified</a:t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226" name="Google Shape;226;p19"/>
            <p:cNvSpPr txBox="1"/>
            <p:nvPr/>
          </p:nvSpPr>
          <p:spPr>
            <a:xfrm flipH="1">
              <a:off x="7271309" y="3925925"/>
              <a:ext cx="1366500" cy="54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182875" spcFirstLastPara="1" rIns="18287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000">
                  <a:latin typeface="Fira Sans"/>
                  <a:ea typeface="Fira Sans"/>
                  <a:cs typeface="Fira Sans"/>
                  <a:sym typeface="Fira Sans"/>
                </a:rPr>
                <a:t>System blocks IP automatically</a:t>
              </a:r>
              <a:endParaRPr sz="1000">
                <a:latin typeface="Fira Sans"/>
                <a:ea typeface="Fira Sans"/>
                <a:cs typeface="Fira Sans"/>
                <a:sym typeface="Fira San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000">
                  <a:latin typeface="Fira Sans"/>
                  <a:ea typeface="Fira Sans"/>
                  <a:cs typeface="Fira Sans"/>
                  <a:sym typeface="Fira Sans"/>
                </a:rPr>
                <a:t>Alert is generated for admin</a:t>
              </a:r>
              <a:endParaRPr sz="100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227" name="Google Shape;227;p19"/>
          <p:cNvGrpSpPr/>
          <p:nvPr/>
        </p:nvGrpSpPr>
        <p:grpSpPr>
          <a:xfrm>
            <a:off x="7222294" y="1276337"/>
            <a:ext cx="1464513" cy="1464112"/>
            <a:chOff x="7222294" y="1276337"/>
            <a:chExt cx="1464513" cy="1464112"/>
          </a:xfrm>
        </p:grpSpPr>
        <p:sp>
          <p:nvSpPr>
            <p:cNvPr id="228" name="Google Shape;228;p19"/>
            <p:cNvSpPr/>
            <p:nvPr/>
          </p:nvSpPr>
          <p:spPr>
            <a:xfrm>
              <a:off x="7222294" y="1276337"/>
              <a:ext cx="1464513" cy="1464112"/>
            </a:xfrm>
            <a:custGeom>
              <a:rect b="b" l="l" r="r" t="t"/>
              <a:pathLst>
                <a:path extrusionOk="0" h="43816" w="43828">
                  <a:moveTo>
                    <a:pt x="21908" y="1"/>
                  </a:moveTo>
                  <a:cubicBezTo>
                    <a:pt x="9812" y="1"/>
                    <a:pt x="1" y="9800"/>
                    <a:pt x="1" y="21908"/>
                  </a:cubicBezTo>
                  <a:cubicBezTo>
                    <a:pt x="1" y="34005"/>
                    <a:pt x="9812" y="43816"/>
                    <a:pt x="21908" y="43816"/>
                  </a:cubicBezTo>
                  <a:cubicBezTo>
                    <a:pt x="34017" y="43816"/>
                    <a:pt x="43828" y="34005"/>
                    <a:pt x="43828" y="21908"/>
                  </a:cubicBezTo>
                  <a:cubicBezTo>
                    <a:pt x="43828" y="9800"/>
                    <a:pt x="34017" y="1"/>
                    <a:pt x="219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9"/>
            <p:cNvSpPr/>
            <p:nvPr/>
          </p:nvSpPr>
          <p:spPr>
            <a:xfrm>
              <a:off x="7260488" y="1364887"/>
              <a:ext cx="1337602" cy="1286845"/>
            </a:xfrm>
            <a:custGeom>
              <a:rect b="b" l="l" r="r" t="t"/>
              <a:pathLst>
                <a:path extrusionOk="0" h="38511" w="40030">
                  <a:moveTo>
                    <a:pt x="20770" y="0"/>
                  </a:moveTo>
                  <a:cubicBezTo>
                    <a:pt x="15760" y="0"/>
                    <a:pt x="10835" y="1959"/>
                    <a:pt x="7157" y="5637"/>
                  </a:cubicBezTo>
                  <a:cubicBezTo>
                    <a:pt x="1644" y="11150"/>
                    <a:pt x="1" y="19425"/>
                    <a:pt x="2978" y="26628"/>
                  </a:cubicBezTo>
                  <a:cubicBezTo>
                    <a:pt x="5954" y="33819"/>
                    <a:pt x="12979" y="38511"/>
                    <a:pt x="20765" y="38511"/>
                  </a:cubicBezTo>
                  <a:cubicBezTo>
                    <a:pt x="31398" y="38499"/>
                    <a:pt x="40018" y="29890"/>
                    <a:pt x="40030" y="19258"/>
                  </a:cubicBezTo>
                  <a:cubicBezTo>
                    <a:pt x="40030" y="11471"/>
                    <a:pt x="35339" y="4447"/>
                    <a:pt x="28135" y="1470"/>
                  </a:cubicBezTo>
                  <a:cubicBezTo>
                    <a:pt x="25754" y="480"/>
                    <a:pt x="23251" y="0"/>
                    <a:pt x="207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9"/>
            <p:cNvSpPr/>
            <p:nvPr/>
          </p:nvSpPr>
          <p:spPr>
            <a:xfrm>
              <a:off x="7900652" y="2092331"/>
              <a:ext cx="117788" cy="334618"/>
            </a:xfrm>
            <a:custGeom>
              <a:rect b="b" l="l" r="r" t="t"/>
              <a:pathLst>
                <a:path extrusionOk="0" h="10014" w="3525">
                  <a:moveTo>
                    <a:pt x="631" y="0"/>
                  </a:moveTo>
                  <a:lnTo>
                    <a:pt x="0" y="10014"/>
                  </a:lnTo>
                  <a:lnTo>
                    <a:pt x="3524" y="10014"/>
                  </a:lnTo>
                  <a:lnTo>
                    <a:pt x="289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9"/>
            <p:cNvSpPr/>
            <p:nvPr/>
          </p:nvSpPr>
          <p:spPr>
            <a:xfrm>
              <a:off x="7493257" y="1683733"/>
              <a:ext cx="932980" cy="646146"/>
            </a:xfrm>
            <a:custGeom>
              <a:rect b="b" l="l" r="r" t="t"/>
              <a:pathLst>
                <a:path extrusionOk="0" h="19337" w="27921">
                  <a:moveTo>
                    <a:pt x="429" y="1"/>
                  </a:moveTo>
                  <a:cubicBezTo>
                    <a:pt x="191" y="1"/>
                    <a:pt x="0" y="191"/>
                    <a:pt x="0" y="429"/>
                  </a:cubicBezTo>
                  <a:lnTo>
                    <a:pt x="0" y="18908"/>
                  </a:lnTo>
                  <a:cubicBezTo>
                    <a:pt x="0" y="19146"/>
                    <a:pt x="191" y="19336"/>
                    <a:pt x="429" y="19336"/>
                  </a:cubicBezTo>
                  <a:lnTo>
                    <a:pt x="27480" y="19336"/>
                  </a:lnTo>
                  <a:cubicBezTo>
                    <a:pt x="27718" y="19336"/>
                    <a:pt x="27920" y="19146"/>
                    <a:pt x="27920" y="18908"/>
                  </a:cubicBezTo>
                  <a:lnTo>
                    <a:pt x="27920" y="429"/>
                  </a:lnTo>
                  <a:cubicBezTo>
                    <a:pt x="27920" y="191"/>
                    <a:pt x="27718" y="1"/>
                    <a:pt x="2748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9"/>
            <p:cNvSpPr/>
            <p:nvPr/>
          </p:nvSpPr>
          <p:spPr>
            <a:xfrm>
              <a:off x="7527474" y="1719152"/>
              <a:ext cx="864145" cy="517632"/>
            </a:xfrm>
            <a:custGeom>
              <a:rect b="b" l="l" r="r" t="t"/>
              <a:pathLst>
                <a:path extrusionOk="0" h="15491" w="25861">
                  <a:moveTo>
                    <a:pt x="191" y="0"/>
                  </a:moveTo>
                  <a:cubicBezTo>
                    <a:pt x="83" y="0"/>
                    <a:pt x="0" y="72"/>
                    <a:pt x="0" y="179"/>
                  </a:cubicBezTo>
                  <a:lnTo>
                    <a:pt x="0" y="15312"/>
                  </a:lnTo>
                  <a:cubicBezTo>
                    <a:pt x="0" y="15407"/>
                    <a:pt x="83" y="15490"/>
                    <a:pt x="191" y="15490"/>
                  </a:cubicBezTo>
                  <a:lnTo>
                    <a:pt x="25670" y="15490"/>
                  </a:lnTo>
                  <a:cubicBezTo>
                    <a:pt x="25777" y="15490"/>
                    <a:pt x="25860" y="15407"/>
                    <a:pt x="25860" y="15312"/>
                  </a:cubicBezTo>
                  <a:lnTo>
                    <a:pt x="25860" y="179"/>
                  </a:lnTo>
                  <a:cubicBezTo>
                    <a:pt x="25860" y="72"/>
                    <a:pt x="25777" y="0"/>
                    <a:pt x="256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9"/>
            <p:cNvSpPr/>
            <p:nvPr/>
          </p:nvSpPr>
          <p:spPr>
            <a:xfrm>
              <a:off x="7650407" y="2403057"/>
              <a:ext cx="618278" cy="23892"/>
            </a:xfrm>
            <a:custGeom>
              <a:rect b="b" l="l" r="r" t="t"/>
              <a:pathLst>
                <a:path extrusionOk="0" h="715" w="18503">
                  <a:moveTo>
                    <a:pt x="274" y="0"/>
                  </a:moveTo>
                  <a:cubicBezTo>
                    <a:pt x="119" y="0"/>
                    <a:pt x="0" y="131"/>
                    <a:pt x="0" y="274"/>
                  </a:cubicBezTo>
                  <a:lnTo>
                    <a:pt x="0" y="441"/>
                  </a:lnTo>
                  <a:cubicBezTo>
                    <a:pt x="0" y="595"/>
                    <a:pt x="119" y="715"/>
                    <a:pt x="274" y="715"/>
                  </a:cubicBezTo>
                  <a:lnTo>
                    <a:pt x="18229" y="715"/>
                  </a:lnTo>
                  <a:cubicBezTo>
                    <a:pt x="18383" y="715"/>
                    <a:pt x="18502" y="595"/>
                    <a:pt x="18502" y="441"/>
                  </a:cubicBezTo>
                  <a:lnTo>
                    <a:pt x="18502" y="274"/>
                  </a:lnTo>
                  <a:cubicBezTo>
                    <a:pt x="18502" y="131"/>
                    <a:pt x="18383" y="0"/>
                    <a:pt x="1822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9"/>
            <p:cNvSpPr/>
            <p:nvPr/>
          </p:nvSpPr>
          <p:spPr>
            <a:xfrm>
              <a:off x="7939614" y="2268963"/>
              <a:ext cx="35052" cy="29806"/>
            </a:xfrm>
            <a:custGeom>
              <a:rect b="b" l="l" r="r" t="t"/>
              <a:pathLst>
                <a:path extrusionOk="0" h="892" w="1049">
                  <a:moveTo>
                    <a:pt x="608" y="1"/>
                  </a:moveTo>
                  <a:cubicBezTo>
                    <a:pt x="203" y="1"/>
                    <a:pt x="1" y="477"/>
                    <a:pt x="287" y="763"/>
                  </a:cubicBezTo>
                  <a:cubicBezTo>
                    <a:pt x="379" y="851"/>
                    <a:pt x="491" y="891"/>
                    <a:pt x="601" y="891"/>
                  </a:cubicBezTo>
                  <a:cubicBezTo>
                    <a:pt x="830" y="891"/>
                    <a:pt x="1049" y="715"/>
                    <a:pt x="1049" y="441"/>
                  </a:cubicBezTo>
                  <a:cubicBezTo>
                    <a:pt x="1049" y="203"/>
                    <a:pt x="846" y="1"/>
                    <a:pt x="60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9"/>
            <p:cNvSpPr/>
            <p:nvPr/>
          </p:nvSpPr>
          <p:spPr>
            <a:xfrm>
              <a:off x="7773742" y="1927629"/>
              <a:ext cx="371608" cy="34250"/>
            </a:xfrm>
            <a:custGeom>
              <a:rect b="b" l="l" r="r" t="t"/>
              <a:pathLst>
                <a:path extrusionOk="0" h="1025" w="11121">
                  <a:moveTo>
                    <a:pt x="512" y="0"/>
                  </a:moveTo>
                  <a:cubicBezTo>
                    <a:pt x="226" y="0"/>
                    <a:pt x="0" y="226"/>
                    <a:pt x="0" y="512"/>
                  </a:cubicBezTo>
                  <a:cubicBezTo>
                    <a:pt x="0" y="786"/>
                    <a:pt x="226" y="1024"/>
                    <a:pt x="512" y="1024"/>
                  </a:cubicBezTo>
                  <a:lnTo>
                    <a:pt x="10620" y="1024"/>
                  </a:lnTo>
                  <a:cubicBezTo>
                    <a:pt x="10894" y="1024"/>
                    <a:pt x="11120" y="786"/>
                    <a:pt x="11120" y="512"/>
                  </a:cubicBezTo>
                  <a:cubicBezTo>
                    <a:pt x="11120" y="226"/>
                    <a:pt x="10894" y="0"/>
                    <a:pt x="106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9"/>
            <p:cNvSpPr/>
            <p:nvPr/>
          </p:nvSpPr>
          <p:spPr>
            <a:xfrm>
              <a:off x="7773742" y="1983331"/>
              <a:ext cx="371608" cy="34217"/>
            </a:xfrm>
            <a:custGeom>
              <a:rect b="b" l="l" r="r" t="t"/>
              <a:pathLst>
                <a:path extrusionOk="0" h="1024" w="11121">
                  <a:moveTo>
                    <a:pt x="512" y="0"/>
                  </a:moveTo>
                  <a:cubicBezTo>
                    <a:pt x="226" y="0"/>
                    <a:pt x="0" y="226"/>
                    <a:pt x="0" y="512"/>
                  </a:cubicBezTo>
                  <a:cubicBezTo>
                    <a:pt x="0" y="798"/>
                    <a:pt x="226" y="1024"/>
                    <a:pt x="512" y="1024"/>
                  </a:cubicBezTo>
                  <a:lnTo>
                    <a:pt x="10620" y="1024"/>
                  </a:lnTo>
                  <a:cubicBezTo>
                    <a:pt x="10894" y="1024"/>
                    <a:pt x="11120" y="798"/>
                    <a:pt x="11120" y="512"/>
                  </a:cubicBezTo>
                  <a:cubicBezTo>
                    <a:pt x="11120" y="226"/>
                    <a:pt x="10894" y="0"/>
                    <a:pt x="106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9"/>
            <p:cNvSpPr/>
            <p:nvPr/>
          </p:nvSpPr>
          <p:spPr>
            <a:xfrm>
              <a:off x="7795194" y="1995261"/>
              <a:ext cx="9991" cy="9958"/>
            </a:xfrm>
            <a:custGeom>
              <a:rect b="b" l="l" r="r" t="t"/>
              <a:pathLst>
                <a:path extrusionOk="0" h="298" w="299">
                  <a:moveTo>
                    <a:pt x="144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26"/>
                    <a:pt x="72" y="298"/>
                    <a:pt x="144" y="298"/>
                  </a:cubicBezTo>
                  <a:cubicBezTo>
                    <a:pt x="227" y="298"/>
                    <a:pt x="299" y="226"/>
                    <a:pt x="299" y="143"/>
                  </a:cubicBezTo>
                  <a:cubicBezTo>
                    <a:pt x="299" y="72"/>
                    <a:pt x="227" y="0"/>
                    <a:pt x="1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19"/>
            <p:cNvSpPr/>
            <p:nvPr/>
          </p:nvSpPr>
          <p:spPr>
            <a:xfrm>
              <a:off x="7816680" y="1996063"/>
              <a:ext cx="9590" cy="9557"/>
            </a:xfrm>
            <a:custGeom>
              <a:rect b="b" l="l" r="r" t="t"/>
              <a:pathLst>
                <a:path extrusionOk="0" h="286" w="287">
                  <a:moveTo>
                    <a:pt x="144" y="0"/>
                  </a:moveTo>
                  <a:cubicBezTo>
                    <a:pt x="60" y="0"/>
                    <a:pt x="1" y="60"/>
                    <a:pt x="1" y="143"/>
                  </a:cubicBezTo>
                  <a:cubicBezTo>
                    <a:pt x="1" y="226"/>
                    <a:pt x="60" y="286"/>
                    <a:pt x="144" y="286"/>
                  </a:cubicBezTo>
                  <a:cubicBezTo>
                    <a:pt x="227" y="286"/>
                    <a:pt x="287" y="226"/>
                    <a:pt x="287" y="143"/>
                  </a:cubicBezTo>
                  <a:cubicBezTo>
                    <a:pt x="287" y="60"/>
                    <a:pt x="227" y="0"/>
                    <a:pt x="1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9"/>
            <p:cNvSpPr/>
            <p:nvPr/>
          </p:nvSpPr>
          <p:spPr>
            <a:xfrm>
              <a:off x="7837765" y="1996063"/>
              <a:ext cx="9590" cy="9557"/>
            </a:xfrm>
            <a:custGeom>
              <a:rect b="b" l="l" r="r" t="t"/>
              <a:pathLst>
                <a:path extrusionOk="0" h="286" w="287">
                  <a:moveTo>
                    <a:pt x="144" y="0"/>
                  </a:moveTo>
                  <a:cubicBezTo>
                    <a:pt x="60" y="0"/>
                    <a:pt x="1" y="60"/>
                    <a:pt x="1" y="143"/>
                  </a:cubicBezTo>
                  <a:cubicBezTo>
                    <a:pt x="1" y="226"/>
                    <a:pt x="60" y="286"/>
                    <a:pt x="144" y="286"/>
                  </a:cubicBezTo>
                  <a:cubicBezTo>
                    <a:pt x="227" y="286"/>
                    <a:pt x="287" y="226"/>
                    <a:pt x="287" y="143"/>
                  </a:cubicBezTo>
                  <a:cubicBezTo>
                    <a:pt x="287" y="60"/>
                    <a:pt x="227" y="0"/>
                    <a:pt x="1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9"/>
            <p:cNvSpPr/>
            <p:nvPr/>
          </p:nvSpPr>
          <p:spPr>
            <a:xfrm>
              <a:off x="7858850" y="1996063"/>
              <a:ext cx="9991" cy="9557"/>
            </a:xfrm>
            <a:custGeom>
              <a:rect b="b" l="l" r="r" t="t"/>
              <a:pathLst>
                <a:path extrusionOk="0" h="286" w="299">
                  <a:moveTo>
                    <a:pt x="144" y="0"/>
                  </a:moveTo>
                  <a:cubicBezTo>
                    <a:pt x="72" y="0"/>
                    <a:pt x="1" y="60"/>
                    <a:pt x="1" y="143"/>
                  </a:cubicBezTo>
                  <a:cubicBezTo>
                    <a:pt x="1" y="226"/>
                    <a:pt x="72" y="286"/>
                    <a:pt x="144" y="286"/>
                  </a:cubicBezTo>
                  <a:cubicBezTo>
                    <a:pt x="227" y="286"/>
                    <a:pt x="299" y="226"/>
                    <a:pt x="299" y="143"/>
                  </a:cubicBezTo>
                  <a:cubicBezTo>
                    <a:pt x="299" y="60"/>
                    <a:pt x="227" y="0"/>
                    <a:pt x="1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9"/>
            <p:cNvSpPr/>
            <p:nvPr/>
          </p:nvSpPr>
          <p:spPr>
            <a:xfrm>
              <a:off x="7880336" y="1996063"/>
              <a:ext cx="9590" cy="9557"/>
            </a:xfrm>
            <a:custGeom>
              <a:rect b="b" l="l" r="r" t="t"/>
              <a:pathLst>
                <a:path extrusionOk="0" h="286" w="287">
                  <a:moveTo>
                    <a:pt x="144" y="0"/>
                  </a:moveTo>
                  <a:cubicBezTo>
                    <a:pt x="60" y="0"/>
                    <a:pt x="1" y="60"/>
                    <a:pt x="1" y="143"/>
                  </a:cubicBezTo>
                  <a:cubicBezTo>
                    <a:pt x="1" y="226"/>
                    <a:pt x="60" y="286"/>
                    <a:pt x="144" y="286"/>
                  </a:cubicBezTo>
                  <a:cubicBezTo>
                    <a:pt x="227" y="286"/>
                    <a:pt x="287" y="226"/>
                    <a:pt x="287" y="143"/>
                  </a:cubicBezTo>
                  <a:cubicBezTo>
                    <a:pt x="287" y="60"/>
                    <a:pt x="227" y="0"/>
                    <a:pt x="1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9"/>
            <p:cNvSpPr/>
            <p:nvPr/>
          </p:nvSpPr>
          <p:spPr>
            <a:xfrm>
              <a:off x="7916157" y="2036227"/>
              <a:ext cx="86779" cy="59312"/>
            </a:xfrm>
            <a:custGeom>
              <a:rect b="b" l="l" r="r" t="t"/>
              <a:pathLst>
                <a:path extrusionOk="0" h="1775" w="2597">
                  <a:moveTo>
                    <a:pt x="1298" y="1"/>
                  </a:moveTo>
                  <a:cubicBezTo>
                    <a:pt x="584" y="1"/>
                    <a:pt x="0" y="572"/>
                    <a:pt x="0" y="1298"/>
                  </a:cubicBezTo>
                  <a:lnTo>
                    <a:pt x="0" y="1775"/>
                  </a:lnTo>
                  <a:lnTo>
                    <a:pt x="441" y="1775"/>
                  </a:lnTo>
                  <a:lnTo>
                    <a:pt x="441" y="1298"/>
                  </a:lnTo>
                  <a:cubicBezTo>
                    <a:pt x="441" y="822"/>
                    <a:pt x="822" y="429"/>
                    <a:pt x="1298" y="429"/>
                  </a:cubicBezTo>
                  <a:cubicBezTo>
                    <a:pt x="1775" y="429"/>
                    <a:pt x="2156" y="822"/>
                    <a:pt x="2167" y="1298"/>
                  </a:cubicBezTo>
                  <a:lnTo>
                    <a:pt x="2167" y="1775"/>
                  </a:lnTo>
                  <a:lnTo>
                    <a:pt x="2596" y="1775"/>
                  </a:lnTo>
                  <a:lnTo>
                    <a:pt x="2596" y="1298"/>
                  </a:lnTo>
                  <a:cubicBezTo>
                    <a:pt x="2596" y="572"/>
                    <a:pt x="2013" y="1"/>
                    <a:pt x="12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9"/>
            <p:cNvSpPr/>
            <p:nvPr/>
          </p:nvSpPr>
          <p:spPr>
            <a:xfrm>
              <a:off x="7900652" y="2095506"/>
              <a:ext cx="117788" cy="86378"/>
            </a:xfrm>
            <a:custGeom>
              <a:rect b="b" l="l" r="r" t="t"/>
              <a:pathLst>
                <a:path extrusionOk="0" h="2585" w="3525">
                  <a:moveTo>
                    <a:pt x="393" y="1"/>
                  </a:moveTo>
                  <a:cubicBezTo>
                    <a:pt x="179" y="1"/>
                    <a:pt x="0" y="179"/>
                    <a:pt x="0" y="405"/>
                  </a:cubicBezTo>
                  <a:lnTo>
                    <a:pt x="0" y="2191"/>
                  </a:lnTo>
                  <a:cubicBezTo>
                    <a:pt x="0" y="2418"/>
                    <a:pt x="179" y="2584"/>
                    <a:pt x="393" y="2584"/>
                  </a:cubicBezTo>
                  <a:lnTo>
                    <a:pt x="3131" y="2584"/>
                  </a:lnTo>
                  <a:cubicBezTo>
                    <a:pt x="3346" y="2584"/>
                    <a:pt x="3524" y="2418"/>
                    <a:pt x="3524" y="2191"/>
                  </a:cubicBezTo>
                  <a:lnTo>
                    <a:pt x="3524" y="405"/>
                  </a:lnTo>
                  <a:cubicBezTo>
                    <a:pt x="3524" y="179"/>
                    <a:pt x="3346" y="1"/>
                    <a:pt x="31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9"/>
            <p:cNvSpPr/>
            <p:nvPr/>
          </p:nvSpPr>
          <p:spPr>
            <a:xfrm>
              <a:off x="7949171" y="2120567"/>
              <a:ext cx="20717" cy="20717"/>
            </a:xfrm>
            <a:custGeom>
              <a:rect b="b" l="l" r="r" t="t"/>
              <a:pathLst>
                <a:path extrusionOk="0" h="620" w="620">
                  <a:moveTo>
                    <a:pt x="310" y="1"/>
                  </a:moveTo>
                  <a:cubicBezTo>
                    <a:pt x="144" y="1"/>
                    <a:pt x="1" y="144"/>
                    <a:pt x="1" y="310"/>
                  </a:cubicBezTo>
                  <a:cubicBezTo>
                    <a:pt x="1" y="489"/>
                    <a:pt x="144" y="620"/>
                    <a:pt x="310" y="620"/>
                  </a:cubicBezTo>
                  <a:cubicBezTo>
                    <a:pt x="489" y="620"/>
                    <a:pt x="620" y="489"/>
                    <a:pt x="620" y="310"/>
                  </a:cubicBezTo>
                  <a:cubicBezTo>
                    <a:pt x="620" y="144"/>
                    <a:pt x="489" y="1"/>
                    <a:pt x="3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9"/>
            <p:cNvSpPr/>
            <p:nvPr/>
          </p:nvSpPr>
          <p:spPr>
            <a:xfrm>
              <a:off x="7948770" y="2134501"/>
              <a:ext cx="21920" cy="25496"/>
            </a:xfrm>
            <a:custGeom>
              <a:rect b="b" l="l" r="r" t="t"/>
              <a:pathLst>
                <a:path extrusionOk="0" h="763" w="656">
                  <a:moveTo>
                    <a:pt x="275" y="0"/>
                  </a:moveTo>
                  <a:lnTo>
                    <a:pt x="1" y="762"/>
                  </a:lnTo>
                  <a:lnTo>
                    <a:pt x="656" y="762"/>
                  </a:lnTo>
                  <a:lnTo>
                    <a:pt x="35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9"/>
            <p:cNvSpPr/>
            <p:nvPr/>
          </p:nvSpPr>
          <p:spPr>
            <a:xfrm>
              <a:off x="7879166" y="1746987"/>
              <a:ext cx="161161" cy="161161"/>
            </a:xfrm>
            <a:custGeom>
              <a:rect b="b" l="l" r="r" t="t"/>
              <a:pathLst>
                <a:path extrusionOk="0" h="4823" w="4823">
                  <a:moveTo>
                    <a:pt x="2405" y="1"/>
                  </a:moveTo>
                  <a:cubicBezTo>
                    <a:pt x="1072" y="1"/>
                    <a:pt x="0" y="1084"/>
                    <a:pt x="0" y="2418"/>
                  </a:cubicBezTo>
                  <a:cubicBezTo>
                    <a:pt x="0" y="3739"/>
                    <a:pt x="1072" y="4823"/>
                    <a:pt x="2405" y="4823"/>
                  </a:cubicBezTo>
                  <a:cubicBezTo>
                    <a:pt x="3739" y="4823"/>
                    <a:pt x="4822" y="3739"/>
                    <a:pt x="4822" y="2418"/>
                  </a:cubicBezTo>
                  <a:cubicBezTo>
                    <a:pt x="4822" y="1084"/>
                    <a:pt x="3739" y="1"/>
                    <a:pt x="240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9"/>
            <p:cNvSpPr/>
            <p:nvPr/>
          </p:nvSpPr>
          <p:spPr>
            <a:xfrm>
              <a:off x="8101543" y="1627228"/>
              <a:ext cx="358911" cy="234774"/>
            </a:xfrm>
            <a:custGeom>
              <a:rect b="b" l="l" r="r" t="t"/>
              <a:pathLst>
                <a:path extrusionOk="0" h="7026" w="10741">
                  <a:moveTo>
                    <a:pt x="167" y="1"/>
                  </a:moveTo>
                  <a:cubicBezTo>
                    <a:pt x="72" y="1"/>
                    <a:pt x="1" y="72"/>
                    <a:pt x="1" y="168"/>
                  </a:cubicBezTo>
                  <a:lnTo>
                    <a:pt x="1" y="6859"/>
                  </a:lnTo>
                  <a:cubicBezTo>
                    <a:pt x="1" y="6954"/>
                    <a:pt x="72" y="7026"/>
                    <a:pt x="167" y="7026"/>
                  </a:cubicBezTo>
                  <a:lnTo>
                    <a:pt x="10574" y="7026"/>
                  </a:lnTo>
                  <a:cubicBezTo>
                    <a:pt x="10669" y="7026"/>
                    <a:pt x="10740" y="6954"/>
                    <a:pt x="10740" y="6859"/>
                  </a:cubicBezTo>
                  <a:lnTo>
                    <a:pt x="10740" y="168"/>
                  </a:lnTo>
                  <a:cubicBezTo>
                    <a:pt x="10740" y="72"/>
                    <a:pt x="10669" y="1"/>
                    <a:pt x="1057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9"/>
            <p:cNvSpPr/>
            <p:nvPr/>
          </p:nvSpPr>
          <p:spPr>
            <a:xfrm>
              <a:off x="8136161" y="1647945"/>
              <a:ext cx="110637" cy="110637"/>
            </a:xfrm>
            <a:custGeom>
              <a:rect b="b" l="l" r="r" t="t"/>
              <a:pathLst>
                <a:path extrusionOk="0" h="3311" w="3311">
                  <a:moveTo>
                    <a:pt x="1656" y="0"/>
                  </a:moveTo>
                  <a:cubicBezTo>
                    <a:pt x="739" y="0"/>
                    <a:pt x="1" y="738"/>
                    <a:pt x="1" y="1655"/>
                  </a:cubicBezTo>
                  <a:cubicBezTo>
                    <a:pt x="1" y="2572"/>
                    <a:pt x="739" y="3310"/>
                    <a:pt x="1656" y="3310"/>
                  </a:cubicBezTo>
                  <a:cubicBezTo>
                    <a:pt x="2572" y="3310"/>
                    <a:pt x="3311" y="2572"/>
                    <a:pt x="3311" y="1655"/>
                  </a:cubicBezTo>
                  <a:cubicBezTo>
                    <a:pt x="3311" y="738"/>
                    <a:pt x="2572" y="0"/>
                    <a:pt x="16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9"/>
            <p:cNvSpPr/>
            <p:nvPr/>
          </p:nvSpPr>
          <p:spPr>
            <a:xfrm>
              <a:off x="8164798" y="1694492"/>
              <a:ext cx="46981" cy="51359"/>
            </a:xfrm>
            <a:custGeom>
              <a:rect b="b" l="l" r="r" t="t"/>
              <a:pathLst>
                <a:path extrusionOk="0" h="1537" w="1406">
                  <a:moveTo>
                    <a:pt x="525" y="0"/>
                  </a:moveTo>
                  <a:cubicBezTo>
                    <a:pt x="525" y="179"/>
                    <a:pt x="513" y="345"/>
                    <a:pt x="501" y="512"/>
                  </a:cubicBezTo>
                  <a:cubicBezTo>
                    <a:pt x="322" y="548"/>
                    <a:pt x="156" y="607"/>
                    <a:pt x="1" y="703"/>
                  </a:cubicBezTo>
                  <a:cubicBezTo>
                    <a:pt x="25" y="976"/>
                    <a:pt x="72" y="1262"/>
                    <a:pt x="132" y="1536"/>
                  </a:cubicBezTo>
                  <a:lnTo>
                    <a:pt x="1406" y="1512"/>
                  </a:lnTo>
                  <a:cubicBezTo>
                    <a:pt x="1370" y="1226"/>
                    <a:pt x="1370" y="929"/>
                    <a:pt x="1394" y="631"/>
                  </a:cubicBezTo>
                  <a:cubicBezTo>
                    <a:pt x="1394" y="607"/>
                    <a:pt x="1346" y="584"/>
                    <a:pt x="1156" y="548"/>
                  </a:cubicBezTo>
                  <a:cubicBezTo>
                    <a:pt x="1084" y="441"/>
                    <a:pt x="1132" y="119"/>
                    <a:pt x="1132" y="119"/>
                  </a:cubicBezTo>
                  <a:cubicBezTo>
                    <a:pt x="918" y="119"/>
                    <a:pt x="715" y="83"/>
                    <a:pt x="525" y="0"/>
                  </a:cubicBezTo>
                  <a:close/>
                </a:path>
              </a:pathLst>
            </a:custGeom>
            <a:solidFill>
              <a:srgbClr val="E8BB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9"/>
            <p:cNvSpPr/>
            <p:nvPr/>
          </p:nvSpPr>
          <p:spPr>
            <a:xfrm>
              <a:off x="8182307" y="1694492"/>
              <a:ext cx="20316" cy="11194"/>
            </a:xfrm>
            <a:custGeom>
              <a:rect b="b" l="l" r="r" t="t"/>
              <a:pathLst>
                <a:path extrusionOk="0" h="335" w="608">
                  <a:moveTo>
                    <a:pt x="1" y="0"/>
                  </a:moveTo>
                  <a:lnTo>
                    <a:pt x="1" y="83"/>
                  </a:lnTo>
                  <a:cubicBezTo>
                    <a:pt x="66" y="270"/>
                    <a:pt x="334" y="335"/>
                    <a:pt x="543" y="335"/>
                  </a:cubicBezTo>
                  <a:cubicBezTo>
                    <a:pt x="561" y="335"/>
                    <a:pt x="579" y="334"/>
                    <a:pt x="596" y="334"/>
                  </a:cubicBezTo>
                  <a:cubicBezTo>
                    <a:pt x="596" y="226"/>
                    <a:pt x="608" y="119"/>
                    <a:pt x="608" y="119"/>
                  </a:cubicBezTo>
                  <a:cubicBezTo>
                    <a:pt x="394" y="119"/>
                    <a:pt x="191" y="83"/>
                    <a:pt x="1" y="0"/>
                  </a:cubicBezTo>
                  <a:close/>
                </a:path>
              </a:pathLst>
            </a:custGeom>
            <a:solidFill>
              <a:srgbClr val="E8BB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9"/>
            <p:cNvSpPr/>
            <p:nvPr/>
          </p:nvSpPr>
          <p:spPr>
            <a:xfrm>
              <a:off x="8168407" y="1664552"/>
              <a:ext cx="41000" cy="38761"/>
            </a:xfrm>
            <a:custGeom>
              <a:rect b="b" l="l" r="r" t="t"/>
              <a:pathLst>
                <a:path extrusionOk="0" h="1160" w="1227">
                  <a:moveTo>
                    <a:pt x="710" y="1"/>
                  </a:moveTo>
                  <a:cubicBezTo>
                    <a:pt x="664" y="1"/>
                    <a:pt x="618" y="5"/>
                    <a:pt x="572" y="15"/>
                  </a:cubicBezTo>
                  <a:cubicBezTo>
                    <a:pt x="0" y="122"/>
                    <a:pt x="143" y="587"/>
                    <a:pt x="143" y="587"/>
                  </a:cubicBezTo>
                  <a:cubicBezTo>
                    <a:pt x="245" y="917"/>
                    <a:pt x="696" y="1160"/>
                    <a:pt x="860" y="1160"/>
                  </a:cubicBezTo>
                  <a:cubicBezTo>
                    <a:pt x="868" y="1160"/>
                    <a:pt x="875" y="1159"/>
                    <a:pt x="881" y="1158"/>
                  </a:cubicBezTo>
                  <a:cubicBezTo>
                    <a:pt x="941" y="1158"/>
                    <a:pt x="1143" y="1075"/>
                    <a:pt x="1203" y="694"/>
                  </a:cubicBezTo>
                  <a:cubicBezTo>
                    <a:pt x="1226" y="575"/>
                    <a:pt x="1226" y="444"/>
                    <a:pt x="1203" y="325"/>
                  </a:cubicBezTo>
                  <a:cubicBezTo>
                    <a:pt x="1163" y="125"/>
                    <a:pt x="947" y="1"/>
                    <a:pt x="710" y="1"/>
                  </a:cubicBezTo>
                  <a:close/>
                </a:path>
              </a:pathLst>
            </a:custGeom>
            <a:solidFill>
              <a:srgbClr val="E8BB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9"/>
            <p:cNvSpPr/>
            <p:nvPr/>
          </p:nvSpPr>
          <p:spPr>
            <a:xfrm>
              <a:off x="8171213" y="1681293"/>
              <a:ext cx="7151" cy="9256"/>
            </a:xfrm>
            <a:custGeom>
              <a:rect b="b" l="l" r="r" t="t"/>
              <a:pathLst>
                <a:path extrusionOk="0" h="277" w="214">
                  <a:moveTo>
                    <a:pt x="88" y="0"/>
                  </a:moveTo>
                  <a:cubicBezTo>
                    <a:pt x="38" y="0"/>
                    <a:pt x="1" y="44"/>
                    <a:pt x="11" y="97"/>
                  </a:cubicBezTo>
                  <a:cubicBezTo>
                    <a:pt x="23" y="145"/>
                    <a:pt x="47" y="205"/>
                    <a:pt x="95" y="240"/>
                  </a:cubicBezTo>
                  <a:cubicBezTo>
                    <a:pt x="130" y="264"/>
                    <a:pt x="166" y="276"/>
                    <a:pt x="214" y="276"/>
                  </a:cubicBezTo>
                  <a:lnTo>
                    <a:pt x="142" y="38"/>
                  </a:lnTo>
                  <a:cubicBezTo>
                    <a:pt x="130" y="14"/>
                    <a:pt x="118" y="2"/>
                    <a:pt x="107" y="2"/>
                  </a:cubicBezTo>
                  <a:cubicBezTo>
                    <a:pt x="100" y="1"/>
                    <a:pt x="94" y="0"/>
                    <a:pt x="88" y="0"/>
                  </a:cubicBezTo>
                  <a:close/>
                </a:path>
              </a:pathLst>
            </a:custGeom>
            <a:solidFill>
              <a:srgbClr val="E8BB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9"/>
            <p:cNvSpPr/>
            <p:nvPr/>
          </p:nvSpPr>
          <p:spPr>
            <a:xfrm>
              <a:off x="8155312" y="1711600"/>
              <a:ext cx="74299" cy="49270"/>
            </a:xfrm>
            <a:custGeom>
              <a:rect b="b" l="l" r="r" t="t"/>
              <a:pathLst>
                <a:path extrusionOk="0" h="1785" w="2692">
                  <a:moveTo>
                    <a:pt x="965" y="0"/>
                  </a:moveTo>
                  <a:cubicBezTo>
                    <a:pt x="786" y="36"/>
                    <a:pt x="322" y="95"/>
                    <a:pt x="132" y="429"/>
                  </a:cubicBezTo>
                  <a:cubicBezTo>
                    <a:pt x="48" y="560"/>
                    <a:pt x="1" y="1191"/>
                    <a:pt x="13" y="1524"/>
                  </a:cubicBezTo>
                  <a:cubicBezTo>
                    <a:pt x="142" y="1595"/>
                    <a:pt x="690" y="1785"/>
                    <a:pt x="1281" y="1785"/>
                  </a:cubicBezTo>
                  <a:cubicBezTo>
                    <a:pt x="1781" y="1785"/>
                    <a:pt x="2311" y="1649"/>
                    <a:pt x="2644" y="1191"/>
                  </a:cubicBezTo>
                  <a:cubicBezTo>
                    <a:pt x="2608" y="1048"/>
                    <a:pt x="2691" y="453"/>
                    <a:pt x="2358" y="191"/>
                  </a:cubicBezTo>
                  <a:cubicBezTo>
                    <a:pt x="2179" y="36"/>
                    <a:pt x="1918" y="24"/>
                    <a:pt x="1620" y="24"/>
                  </a:cubicBezTo>
                  <a:cubicBezTo>
                    <a:pt x="1630" y="150"/>
                    <a:pt x="1520" y="202"/>
                    <a:pt x="1386" y="202"/>
                  </a:cubicBezTo>
                  <a:cubicBezTo>
                    <a:pt x="1217" y="202"/>
                    <a:pt x="1012" y="120"/>
                    <a:pt x="9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9"/>
            <p:cNvSpPr/>
            <p:nvPr/>
          </p:nvSpPr>
          <p:spPr>
            <a:xfrm>
              <a:off x="8165733" y="1651888"/>
              <a:ext cx="50590" cy="39430"/>
            </a:xfrm>
            <a:custGeom>
              <a:rect b="b" l="l" r="r" t="t"/>
              <a:pathLst>
                <a:path extrusionOk="0" h="1180" w="1514">
                  <a:moveTo>
                    <a:pt x="757" y="1"/>
                  </a:moveTo>
                  <a:cubicBezTo>
                    <a:pt x="340" y="1"/>
                    <a:pt x="1" y="287"/>
                    <a:pt x="199" y="894"/>
                  </a:cubicBezTo>
                  <a:cubicBezTo>
                    <a:pt x="309" y="1170"/>
                    <a:pt x="409" y="1180"/>
                    <a:pt x="424" y="1180"/>
                  </a:cubicBezTo>
                  <a:cubicBezTo>
                    <a:pt x="425" y="1180"/>
                    <a:pt x="425" y="1180"/>
                    <a:pt x="425" y="1180"/>
                  </a:cubicBezTo>
                  <a:lnTo>
                    <a:pt x="378" y="799"/>
                  </a:lnTo>
                  <a:lnTo>
                    <a:pt x="378" y="799"/>
                  </a:lnTo>
                  <a:cubicBezTo>
                    <a:pt x="378" y="799"/>
                    <a:pt x="504" y="874"/>
                    <a:pt x="643" y="874"/>
                  </a:cubicBezTo>
                  <a:cubicBezTo>
                    <a:pt x="745" y="874"/>
                    <a:pt x="855" y="833"/>
                    <a:pt x="925" y="692"/>
                  </a:cubicBezTo>
                  <a:cubicBezTo>
                    <a:pt x="985" y="787"/>
                    <a:pt x="1080" y="835"/>
                    <a:pt x="1187" y="835"/>
                  </a:cubicBezTo>
                  <a:cubicBezTo>
                    <a:pt x="1216" y="837"/>
                    <a:pt x="1242" y="839"/>
                    <a:pt x="1266" y="839"/>
                  </a:cubicBezTo>
                  <a:cubicBezTo>
                    <a:pt x="1446" y="839"/>
                    <a:pt x="1514" y="757"/>
                    <a:pt x="1461" y="537"/>
                  </a:cubicBezTo>
                  <a:cubicBezTo>
                    <a:pt x="1425" y="454"/>
                    <a:pt x="1378" y="370"/>
                    <a:pt x="1306" y="299"/>
                  </a:cubicBezTo>
                  <a:cubicBezTo>
                    <a:pt x="1247" y="204"/>
                    <a:pt x="1211" y="13"/>
                    <a:pt x="783" y="1"/>
                  </a:cubicBezTo>
                  <a:cubicBezTo>
                    <a:pt x="774" y="1"/>
                    <a:pt x="765" y="1"/>
                    <a:pt x="757" y="1"/>
                  </a:cubicBezTo>
                  <a:close/>
                </a:path>
              </a:pathLst>
            </a:custGeom>
            <a:solidFill>
              <a:srgbClr val="3C2B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9"/>
            <p:cNvSpPr/>
            <p:nvPr/>
          </p:nvSpPr>
          <p:spPr>
            <a:xfrm>
              <a:off x="8127005" y="1774053"/>
              <a:ext cx="306783" cy="11562"/>
            </a:xfrm>
            <a:custGeom>
              <a:rect b="b" l="l" r="r" t="t"/>
              <a:pathLst>
                <a:path extrusionOk="0" h="346" w="9181">
                  <a:moveTo>
                    <a:pt x="167" y="0"/>
                  </a:moveTo>
                  <a:cubicBezTo>
                    <a:pt x="72" y="0"/>
                    <a:pt x="1" y="84"/>
                    <a:pt x="1" y="179"/>
                  </a:cubicBezTo>
                  <a:cubicBezTo>
                    <a:pt x="1" y="274"/>
                    <a:pt x="72" y="346"/>
                    <a:pt x="167" y="346"/>
                  </a:cubicBezTo>
                  <a:lnTo>
                    <a:pt x="9002" y="346"/>
                  </a:lnTo>
                  <a:cubicBezTo>
                    <a:pt x="9097" y="346"/>
                    <a:pt x="9181" y="274"/>
                    <a:pt x="9181" y="179"/>
                  </a:cubicBezTo>
                  <a:cubicBezTo>
                    <a:pt x="9181" y="84"/>
                    <a:pt x="9097" y="0"/>
                    <a:pt x="900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9"/>
            <p:cNvSpPr/>
            <p:nvPr/>
          </p:nvSpPr>
          <p:spPr>
            <a:xfrm>
              <a:off x="8127005" y="1809473"/>
              <a:ext cx="306783" cy="11562"/>
            </a:xfrm>
            <a:custGeom>
              <a:rect b="b" l="l" r="r" t="t"/>
              <a:pathLst>
                <a:path extrusionOk="0" h="346" w="9181">
                  <a:moveTo>
                    <a:pt x="179" y="0"/>
                  </a:moveTo>
                  <a:cubicBezTo>
                    <a:pt x="72" y="0"/>
                    <a:pt x="1" y="71"/>
                    <a:pt x="1" y="179"/>
                  </a:cubicBezTo>
                  <a:cubicBezTo>
                    <a:pt x="1" y="274"/>
                    <a:pt x="72" y="345"/>
                    <a:pt x="179" y="345"/>
                  </a:cubicBezTo>
                  <a:lnTo>
                    <a:pt x="9002" y="345"/>
                  </a:lnTo>
                  <a:cubicBezTo>
                    <a:pt x="9097" y="345"/>
                    <a:pt x="9181" y="274"/>
                    <a:pt x="9181" y="179"/>
                  </a:cubicBezTo>
                  <a:cubicBezTo>
                    <a:pt x="9181" y="71"/>
                    <a:pt x="9097" y="0"/>
                    <a:pt x="900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19"/>
            <p:cNvSpPr/>
            <p:nvPr/>
          </p:nvSpPr>
          <p:spPr>
            <a:xfrm>
              <a:off x="8278977" y="1703614"/>
              <a:ext cx="154812" cy="11595"/>
            </a:xfrm>
            <a:custGeom>
              <a:rect b="b" l="l" r="r" t="t"/>
              <a:pathLst>
                <a:path extrusionOk="0" h="347" w="4633">
                  <a:moveTo>
                    <a:pt x="168" y="1"/>
                  </a:moveTo>
                  <a:cubicBezTo>
                    <a:pt x="72" y="1"/>
                    <a:pt x="1" y="72"/>
                    <a:pt x="1" y="168"/>
                  </a:cubicBezTo>
                  <a:cubicBezTo>
                    <a:pt x="1" y="263"/>
                    <a:pt x="72" y="346"/>
                    <a:pt x="168" y="346"/>
                  </a:cubicBezTo>
                  <a:lnTo>
                    <a:pt x="4454" y="346"/>
                  </a:lnTo>
                  <a:cubicBezTo>
                    <a:pt x="4549" y="346"/>
                    <a:pt x="4633" y="263"/>
                    <a:pt x="4633" y="168"/>
                  </a:cubicBezTo>
                  <a:cubicBezTo>
                    <a:pt x="4633" y="72"/>
                    <a:pt x="4549" y="1"/>
                    <a:pt x="44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9"/>
            <p:cNvSpPr/>
            <p:nvPr/>
          </p:nvSpPr>
          <p:spPr>
            <a:xfrm>
              <a:off x="8278609" y="1668228"/>
              <a:ext cx="155179" cy="11562"/>
            </a:xfrm>
            <a:custGeom>
              <a:rect b="b" l="l" r="r" t="t"/>
              <a:pathLst>
                <a:path extrusionOk="0" h="346" w="4644">
                  <a:moveTo>
                    <a:pt x="179" y="0"/>
                  </a:moveTo>
                  <a:cubicBezTo>
                    <a:pt x="83" y="0"/>
                    <a:pt x="12" y="72"/>
                    <a:pt x="12" y="167"/>
                  </a:cubicBezTo>
                  <a:cubicBezTo>
                    <a:pt x="0" y="262"/>
                    <a:pt x="83" y="346"/>
                    <a:pt x="179" y="346"/>
                  </a:cubicBezTo>
                  <a:lnTo>
                    <a:pt x="4465" y="346"/>
                  </a:lnTo>
                  <a:cubicBezTo>
                    <a:pt x="4560" y="346"/>
                    <a:pt x="4644" y="262"/>
                    <a:pt x="4644" y="167"/>
                  </a:cubicBezTo>
                  <a:cubicBezTo>
                    <a:pt x="4644" y="72"/>
                    <a:pt x="4560" y="0"/>
                    <a:pt x="446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9"/>
            <p:cNvSpPr/>
            <p:nvPr/>
          </p:nvSpPr>
          <p:spPr>
            <a:xfrm>
              <a:off x="8278977" y="1738633"/>
              <a:ext cx="154812" cy="11963"/>
            </a:xfrm>
            <a:custGeom>
              <a:rect b="b" l="l" r="r" t="t"/>
              <a:pathLst>
                <a:path extrusionOk="0" h="358" w="4633">
                  <a:moveTo>
                    <a:pt x="168" y="1"/>
                  </a:moveTo>
                  <a:cubicBezTo>
                    <a:pt x="72" y="1"/>
                    <a:pt x="1" y="84"/>
                    <a:pt x="1" y="179"/>
                  </a:cubicBezTo>
                  <a:cubicBezTo>
                    <a:pt x="1" y="275"/>
                    <a:pt x="72" y="358"/>
                    <a:pt x="168" y="358"/>
                  </a:cubicBezTo>
                  <a:lnTo>
                    <a:pt x="4454" y="358"/>
                  </a:lnTo>
                  <a:cubicBezTo>
                    <a:pt x="4549" y="358"/>
                    <a:pt x="4633" y="275"/>
                    <a:pt x="4633" y="179"/>
                  </a:cubicBezTo>
                  <a:cubicBezTo>
                    <a:pt x="4633" y="84"/>
                    <a:pt x="4549" y="1"/>
                    <a:pt x="44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19"/>
            <p:cNvSpPr/>
            <p:nvPr/>
          </p:nvSpPr>
          <p:spPr>
            <a:xfrm>
              <a:off x="7393379" y="2011166"/>
              <a:ext cx="420962" cy="451971"/>
            </a:xfrm>
            <a:custGeom>
              <a:rect b="b" l="l" r="r" t="t"/>
              <a:pathLst>
                <a:path extrusionOk="0" h="13526" w="12598">
                  <a:moveTo>
                    <a:pt x="6299" y="1"/>
                  </a:moveTo>
                  <a:cubicBezTo>
                    <a:pt x="5751" y="655"/>
                    <a:pt x="5061" y="1405"/>
                    <a:pt x="3906" y="1894"/>
                  </a:cubicBezTo>
                  <a:cubicBezTo>
                    <a:pt x="2674" y="2407"/>
                    <a:pt x="1752" y="2442"/>
                    <a:pt x="949" y="2442"/>
                  </a:cubicBezTo>
                  <a:cubicBezTo>
                    <a:pt x="821" y="2442"/>
                    <a:pt x="695" y="2441"/>
                    <a:pt x="572" y="2441"/>
                  </a:cubicBezTo>
                  <a:cubicBezTo>
                    <a:pt x="1" y="8061"/>
                    <a:pt x="2477" y="13347"/>
                    <a:pt x="6299" y="13526"/>
                  </a:cubicBezTo>
                  <a:cubicBezTo>
                    <a:pt x="10121" y="13359"/>
                    <a:pt x="12597" y="8061"/>
                    <a:pt x="12026" y="2441"/>
                  </a:cubicBezTo>
                  <a:cubicBezTo>
                    <a:pt x="11903" y="2441"/>
                    <a:pt x="11777" y="2442"/>
                    <a:pt x="11649" y="2442"/>
                  </a:cubicBezTo>
                  <a:cubicBezTo>
                    <a:pt x="10846" y="2442"/>
                    <a:pt x="9924" y="2407"/>
                    <a:pt x="8692" y="1894"/>
                  </a:cubicBezTo>
                  <a:cubicBezTo>
                    <a:pt x="7537" y="1405"/>
                    <a:pt x="6847" y="655"/>
                    <a:pt x="629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19"/>
            <p:cNvSpPr/>
            <p:nvPr/>
          </p:nvSpPr>
          <p:spPr>
            <a:xfrm>
              <a:off x="7523497" y="2219642"/>
              <a:ext cx="160760" cy="35052"/>
            </a:xfrm>
            <a:custGeom>
              <a:rect b="b" l="l" r="r" t="t"/>
              <a:pathLst>
                <a:path extrusionOk="0" h="1049" w="4811">
                  <a:moveTo>
                    <a:pt x="512" y="0"/>
                  </a:moveTo>
                  <a:cubicBezTo>
                    <a:pt x="226" y="0"/>
                    <a:pt x="0" y="238"/>
                    <a:pt x="0" y="524"/>
                  </a:cubicBezTo>
                  <a:cubicBezTo>
                    <a:pt x="0" y="810"/>
                    <a:pt x="226" y="1048"/>
                    <a:pt x="512" y="1048"/>
                  </a:cubicBezTo>
                  <a:lnTo>
                    <a:pt x="4298" y="1048"/>
                  </a:lnTo>
                  <a:cubicBezTo>
                    <a:pt x="4584" y="1048"/>
                    <a:pt x="4810" y="810"/>
                    <a:pt x="4810" y="524"/>
                  </a:cubicBezTo>
                  <a:cubicBezTo>
                    <a:pt x="4810" y="238"/>
                    <a:pt x="4584" y="0"/>
                    <a:pt x="429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9"/>
            <p:cNvSpPr/>
            <p:nvPr/>
          </p:nvSpPr>
          <p:spPr>
            <a:xfrm>
              <a:off x="7586351" y="2156789"/>
              <a:ext cx="35019" cy="160760"/>
            </a:xfrm>
            <a:custGeom>
              <a:rect b="b" l="l" r="r" t="t"/>
              <a:pathLst>
                <a:path extrusionOk="0" h="4811" w="1048">
                  <a:moveTo>
                    <a:pt x="524" y="0"/>
                  </a:moveTo>
                  <a:cubicBezTo>
                    <a:pt x="238" y="0"/>
                    <a:pt x="0" y="226"/>
                    <a:pt x="0" y="512"/>
                  </a:cubicBezTo>
                  <a:lnTo>
                    <a:pt x="0" y="4286"/>
                  </a:lnTo>
                  <a:cubicBezTo>
                    <a:pt x="0" y="4584"/>
                    <a:pt x="238" y="4810"/>
                    <a:pt x="524" y="4810"/>
                  </a:cubicBezTo>
                  <a:cubicBezTo>
                    <a:pt x="810" y="4810"/>
                    <a:pt x="1048" y="4584"/>
                    <a:pt x="1048" y="4286"/>
                  </a:cubicBezTo>
                  <a:lnTo>
                    <a:pt x="1048" y="512"/>
                  </a:lnTo>
                  <a:cubicBezTo>
                    <a:pt x="1048" y="226"/>
                    <a:pt x="810" y="0"/>
                    <a:pt x="5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3" name="Google Shape;263;p19"/>
            <p:cNvGrpSpPr/>
            <p:nvPr/>
          </p:nvGrpSpPr>
          <p:grpSpPr>
            <a:xfrm>
              <a:off x="7908410" y="1777853"/>
              <a:ext cx="102674" cy="128333"/>
              <a:chOff x="6633934" y="1531372"/>
              <a:chExt cx="163884" cy="204841"/>
            </a:xfrm>
          </p:grpSpPr>
          <p:sp>
            <p:nvSpPr>
              <p:cNvPr id="264" name="Google Shape;264;p19"/>
              <p:cNvSpPr/>
              <p:nvPr/>
            </p:nvSpPr>
            <p:spPr>
              <a:xfrm>
                <a:off x="6664666" y="1531372"/>
                <a:ext cx="102450" cy="102450"/>
              </a:xfrm>
              <a:custGeom>
                <a:rect b="b" l="l" r="r" t="t"/>
                <a:pathLst>
                  <a:path extrusionOk="0" h="3467" w="3467">
                    <a:moveTo>
                      <a:pt x="1733" y="1"/>
                    </a:moveTo>
                    <a:cubicBezTo>
                      <a:pt x="788" y="1"/>
                      <a:pt x="1" y="788"/>
                      <a:pt x="1" y="1733"/>
                    </a:cubicBezTo>
                    <a:cubicBezTo>
                      <a:pt x="1" y="2679"/>
                      <a:pt x="788" y="3466"/>
                      <a:pt x="1733" y="3466"/>
                    </a:cubicBezTo>
                    <a:cubicBezTo>
                      <a:pt x="2678" y="3466"/>
                      <a:pt x="3466" y="2679"/>
                      <a:pt x="3466" y="1733"/>
                    </a:cubicBezTo>
                    <a:cubicBezTo>
                      <a:pt x="3466" y="788"/>
                      <a:pt x="2678" y="1"/>
                      <a:pt x="17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9"/>
              <p:cNvSpPr/>
              <p:nvPr/>
            </p:nvSpPr>
            <p:spPr>
              <a:xfrm>
                <a:off x="6633934" y="1631930"/>
                <a:ext cx="163884" cy="104282"/>
              </a:xfrm>
              <a:custGeom>
                <a:rect b="b" l="l" r="r" t="t"/>
                <a:pathLst>
                  <a:path extrusionOk="0" h="3529" w="5546">
                    <a:moveTo>
                      <a:pt x="1072" y="0"/>
                    </a:moveTo>
                    <a:cubicBezTo>
                      <a:pt x="442" y="536"/>
                      <a:pt x="32" y="1292"/>
                      <a:pt x="32" y="2143"/>
                    </a:cubicBezTo>
                    <a:lnTo>
                      <a:pt x="32" y="3182"/>
                    </a:lnTo>
                    <a:cubicBezTo>
                      <a:pt x="1" y="3371"/>
                      <a:pt x="158" y="3529"/>
                      <a:pt x="347" y="3529"/>
                    </a:cubicBezTo>
                    <a:lnTo>
                      <a:pt x="5199" y="3529"/>
                    </a:lnTo>
                    <a:cubicBezTo>
                      <a:pt x="5388" y="3529"/>
                      <a:pt x="5546" y="3371"/>
                      <a:pt x="5546" y="3182"/>
                    </a:cubicBezTo>
                    <a:lnTo>
                      <a:pt x="5546" y="2143"/>
                    </a:lnTo>
                    <a:cubicBezTo>
                      <a:pt x="5546" y="1292"/>
                      <a:pt x="5168" y="536"/>
                      <a:pt x="4538" y="0"/>
                    </a:cubicBezTo>
                    <a:cubicBezTo>
                      <a:pt x="4096" y="473"/>
                      <a:pt x="3466" y="756"/>
                      <a:pt x="2805" y="756"/>
                    </a:cubicBezTo>
                    <a:cubicBezTo>
                      <a:pt x="2143" y="756"/>
                      <a:pt x="1513" y="504"/>
                      <a:pt x="107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66" name="Google Shape;266;p19"/>
          <p:cNvGrpSpPr/>
          <p:nvPr/>
        </p:nvGrpSpPr>
        <p:grpSpPr>
          <a:xfrm>
            <a:off x="457191" y="1276337"/>
            <a:ext cx="1464112" cy="1464112"/>
            <a:chOff x="457191" y="1276337"/>
            <a:chExt cx="1464112" cy="1464112"/>
          </a:xfrm>
        </p:grpSpPr>
        <p:sp>
          <p:nvSpPr>
            <p:cNvPr id="267" name="Google Shape;267;p19"/>
            <p:cNvSpPr/>
            <p:nvPr/>
          </p:nvSpPr>
          <p:spPr>
            <a:xfrm>
              <a:off x="457191" y="1276337"/>
              <a:ext cx="1464112" cy="1464112"/>
            </a:xfrm>
            <a:custGeom>
              <a:rect b="b" l="l" r="r" t="t"/>
              <a:pathLst>
                <a:path extrusionOk="0" h="43816" w="43816">
                  <a:moveTo>
                    <a:pt x="21908" y="1"/>
                  </a:moveTo>
                  <a:cubicBezTo>
                    <a:pt x="9812" y="1"/>
                    <a:pt x="1" y="9800"/>
                    <a:pt x="1" y="21908"/>
                  </a:cubicBezTo>
                  <a:cubicBezTo>
                    <a:pt x="1" y="34005"/>
                    <a:pt x="9812" y="43816"/>
                    <a:pt x="21908" y="43816"/>
                  </a:cubicBezTo>
                  <a:cubicBezTo>
                    <a:pt x="34005" y="43816"/>
                    <a:pt x="43816" y="34005"/>
                    <a:pt x="43816" y="21908"/>
                  </a:cubicBezTo>
                  <a:cubicBezTo>
                    <a:pt x="43816" y="9800"/>
                    <a:pt x="34005" y="1"/>
                    <a:pt x="219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9"/>
            <p:cNvSpPr/>
            <p:nvPr/>
          </p:nvSpPr>
          <p:spPr>
            <a:xfrm>
              <a:off x="495017" y="1364887"/>
              <a:ext cx="1337569" cy="1286845"/>
            </a:xfrm>
            <a:custGeom>
              <a:rect b="b" l="l" r="r" t="t"/>
              <a:pathLst>
                <a:path extrusionOk="0" h="38511" w="40029">
                  <a:moveTo>
                    <a:pt x="20781" y="0"/>
                  </a:moveTo>
                  <a:cubicBezTo>
                    <a:pt x="15770" y="0"/>
                    <a:pt x="10842" y="1959"/>
                    <a:pt x="7156" y="5637"/>
                  </a:cubicBezTo>
                  <a:cubicBezTo>
                    <a:pt x="1655" y="11150"/>
                    <a:pt x="0" y="19425"/>
                    <a:pt x="2988" y="26628"/>
                  </a:cubicBezTo>
                  <a:cubicBezTo>
                    <a:pt x="5965" y="33819"/>
                    <a:pt x="12990" y="38511"/>
                    <a:pt x="20776" y="38511"/>
                  </a:cubicBezTo>
                  <a:cubicBezTo>
                    <a:pt x="31409" y="38499"/>
                    <a:pt x="40017" y="29890"/>
                    <a:pt x="40029" y="19258"/>
                  </a:cubicBezTo>
                  <a:cubicBezTo>
                    <a:pt x="40029" y="11471"/>
                    <a:pt x="35338" y="4447"/>
                    <a:pt x="28146" y="1470"/>
                  </a:cubicBezTo>
                  <a:cubicBezTo>
                    <a:pt x="25764" y="480"/>
                    <a:pt x="23262" y="0"/>
                    <a:pt x="207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9"/>
            <p:cNvSpPr/>
            <p:nvPr/>
          </p:nvSpPr>
          <p:spPr>
            <a:xfrm>
              <a:off x="1117237" y="2056510"/>
              <a:ext cx="117788" cy="334618"/>
            </a:xfrm>
            <a:custGeom>
              <a:rect b="b" l="l" r="r" t="t"/>
              <a:pathLst>
                <a:path extrusionOk="0" h="10014" w="3525">
                  <a:moveTo>
                    <a:pt x="631" y="1"/>
                  </a:moveTo>
                  <a:lnTo>
                    <a:pt x="0" y="10014"/>
                  </a:lnTo>
                  <a:lnTo>
                    <a:pt x="3525" y="10014"/>
                  </a:lnTo>
                  <a:lnTo>
                    <a:pt x="289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9"/>
            <p:cNvSpPr/>
            <p:nvPr/>
          </p:nvSpPr>
          <p:spPr>
            <a:xfrm>
              <a:off x="709842" y="1647945"/>
              <a:ext cx="932980" cy="646112"/>
            </a:xfrm>
            <a:custGeom>
              <a:rect b="b" l="l" r="r" t="t"/>
              <a:pathLst>
                <a:path extrusionOk="0" h="19336" w="27921">
                  <a:moveTo>
                    <a:pt x="429" y="0"/>
                  </a:moveTo>
                  <a:cubicBezTo>
                    <a:pt x="191" y="0"/>
                    <a:pt x="0" y="191"/>
                    <a:pt x="0" y="429"/>
                  </a:cubicBezTo>
                  <a:lnTo>
                    <a:pt x="0" y="18895"/>
                  </a:lnTo>
                  <a:cubicBezTo>
                    <a:pt x="0" y="19133"/>
                    <a:pt x="191" y="19336"/>
                    <a:pt x="429" y="19336"/>
                  </a:cubicBezTo>
                  <a:lnTo>
                    <a:pt x="27480" y="19336"/>
                  </a:lnTo>
                  <a:cubicBezTo>
                    <a:pt x="27718" y="19336"/>
                    <a:pt x="27921" y="19133"/>
                    <a:pt x="27921" y="18895"/>
                  </a:cubicBezTo>
                  <a:lnTo>
                    <a:pt x="27921" y="429"/>
                  </a:lnTo>
                  <a:cubicBezTo>
                    <a:pt x="27921" y="191"/>
                    <a:pt x="27718" y="0"/>
                    <a:pt x="2748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9"/>
            <p:cNvSpPr/>
            <p:nvPr/>
          </p:nvSpPr>
          <p:spPr>
            <a:xfrm>
              <a:off x="744059" y="1682931"/>
              <a:ext cx="864145" cy="518033"/>
            </a:xfrm>
            <a:custGeom>
              <a:rect b="b" l="l" r="r" t="t"/>
              <a:pathLst>
                <a:path extrusionOk="0" h="15503" w="25861">
                  <a:moveTo>
                    <a:pt x="191" y="1"/>
                  </a:moveTo>
                  <a:cubicBezTo>
                    <a:pt x="84" y="1"/>
                    <a:pt x="0" y="84"/>
                    <a:pt x="0" y="191"/>
                  </a:cubicBezTo>
                  <a:lnTo>
                    <a:pt x="0" y="15312"/>
                  </a:lnTo>
                  <a:cubicBezTo>
                    <a:pt x="0" y="15419"/>
                    <a:pt x="84" y="15503"/>
                    <a:pt x="191" y="15503"/>
                  </a:cubicBezTo>
                  <a:lnTo>
                    <a:pt x="25670" y="15503"/>
                  </a:lnTo>
                  <a:cubicBezTo>
                    <a:pt x="25777" y="15503"/>
                    <a:pt x="25861" y="15419"/>
                    <a:pt x="25861" y="15312"/>
                  </a:cubicBezTo>
                  <a:lnTo>
                    <a:pt x="25861" y="191"/>
                  </a:lnTo>
                  <a:cubicBezTo>
                    <a:pt x="25861" y="84"/>
                    <a:pt x="25777" y="1"/>
                    <a:pt x="256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9"/>
            <p:cNvSpPr/>
            <p:nvPr/>
          </p:nvSpPr>
          <p:spPr>
            <a:xfrm>
              <a:off x="866992" y="2367236"/>
              <a:ext cx="618278" cy="23892"/>
            </a:xfrm>
            <a:custGeom>
              <a:rect b="b" l="l" r="r" t="t"/>
              <a:pathLst>
                <a:path extrusionOk="0" h="715" w="18503">
                  <a:moveTo>
                    <a:pt x="274" y="1"/>
                  </a:moveTo>
                  <a:cubicBezTo>
                    <a:pt x="119" y="1"/>
                    <a:pt x="0" y="120"/>
                    <a:pt x="0" y="274"/>
                  </a:cubicBezTo>
                  <a:lnTo>
                    <a:pt x="0" y="441"/>
                  </a:lnTo>
                  <a:cubicBezTo>
                    <a:pt x="0" y="584"/>
                    <a:pt x="119" y="715"/>
                    <a:pt x="274" y="715"/>
                  </a:cubicBezTo>
                  <a:lnTo>
                    <a:pt x="18229" y="715"/>
                  </a:lnTo>
                  <a:cubicBezTo>
                    <a:pt x="18384" y="715"/>
                    <a:pt x="18503" y="596"/>
                    <a:pt x="18503" y="441"/>
                  </a:cubicBezTo>
                  <a:lnTo>
                    <a:pt x="18503" y="274"/>
                  </a:lnTo>
                  <a:cubicBezTo>
                    <a:pt x="18503" y="120"/>
                    <a:pt x="18384" y="1"/>
                    <a:pt x="1822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9"/>
            <p:cNvSpPr/>
            <p:nvPr/>
          </p:nvSpPr>
          <p:spPr>
            <a:xfrm>
              <a:off x="1156233" y="2232774"/>
              <a:ext cx="35019" cy="29973"/>
            </a:xfrm>
            <a:custGeom>
              <a:rect b="b" l="l" r="r" t="t"/>
              <a:pathLst>
                <a:path extrusionOk="0" h="897" w="1048">
                  <a:moveTo>
                    <a:pt x="607" y="0"/>
                  </a:moveTo>
                  <a:cubicBezTo>
                    <a:pt x="203" y="0"/>
                    <a:pt x="0" y="488"/>
                    <a:pt x="286" y="762"/>
                  </a:cubicBezTo>
                  <a:cubicBezTo>
                    <a:pt x="379" y="855"/>
                    <a:pt x="492" y="896"/>
                    <a:pt x="602" y="896"/>
                  </a:cubicBezTo>
                  <a:cubicBezTo>
                    <a:pt x="831" y="896"/>
                    <a:pt x="1048" y="718"/>
                    <a:pt x="1048" y="453"/>
                  </a:cubicBezTo>
                  <a:cubicBezTo>
                    <a:pt x="1048" y="203"/>
                    <a:pt x="846" y="0"/>
                    <a:pt x="60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9"/>
            <p:cNvSpPr/>
            <p:nvPr/>
          </p:nvSpPr>
          <p:spPr>
            <a:xfrm>
              <a:off x="990327" y="1891808"/>
              <a:ext cx="371608" cy="33849"/>
            </a:xfrm>
            <a:custGeom>
              <a:rect b="b" l="l" r="r" t="t"/>
              <a:pathLst>
                <a:path extrusionOk="0" h="1013" w="11121">
                  <a:moveTo>
                    <a:pt x="512" y="1"/>
                  </a:moveTo>
                  <a:cubicBezTo>
                    <a:pt x="227" y="1"/>
                    <a:pt x="0" y="227"/>
                    <a:pt x="0" y="501"/>
                  </a:cubicBezTo>
                  <a:cubicBezTo>
                    <a:pt x="0" y="786"/>
                    <a:pt x="227" y="1013"/>
                    <a:pt x="512" y="1013"/>
                  </a:cubicBezTo>
                  <a:lnTo>
                    <a:pt x="10621" y="1013"/>
                  </a:lnTo>
                  <a:cubicBezTo>
                    <a:pt x="10895" y="1013"/>
                    <a:pt x="11121" y="786"/>
                    <a:pt x="11121" y="501"/>
                  </a:cubicBezTo>
                  <a:cubicBezTo>
                    <a:pt x="11121" y="227"/>
                    <a:pt x="10895" y="1"/>
                    <a:pt x="106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19"/>
            <p:cNvSpPr/>
            <p:nvPr/>
          </p:nvSpPr>
          <p:spPr>
            <a:xfrm>
              <a:off x="990327" y="1947511"/>
              <a:ext cx="371608" cy="34250"/>
            </a:xfrm>
            <a:custGeom>
              <a:rect b="b" l="l" r="r" t="t"/>
              <a:pathLst>
                <a:path extrusionOk="0" h="1025" w="11121">
                  <a:moveTo>
                    <a:pt x="512" y="1"/>
                  </a:moveTo>
                  <a:cubicBezTo>
                    <a:pt x="227" y="1"/>
                    <a:pt x="0" y="227"/>
                    <a:pt x="0" y="512"/>
                  </a:cubicBezTo>
                  <a:cubicBezTo>
                    <a:pt x="0" y="786"/>
                    <a:pt x="227" y="1013"/>
                    <a:pt x="512" y="1024"/>
                  </a:cubicBezTo>
                  <a:lnTo>
                    <a:pt x="10621" y="1024"/>
                  </a:lnTo>
                  <a:cubicBezTo>
                    <a:pt x="10895" y="1013"/>
                    <a:pt x="11121" y="786"/>
                    <a:pt x="11121" y="512"/>
                  </a:cubicBezTo>
                  <a:cubicBezTo>
                    <a:pt x="11121" y="227"/>
                    <a:pt x="10895" y="1"/>
                    <a:pt x="106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19"/>
            <p:cNvSpPr/>
            <p:nvPr/>
          </p:nvSpPr>
          <p:spPr>
            <a:xfrm>
              <a:off x="1011813" y="1959440"/>
              <a:ext cx="9557" cy="9590"/>
            </a:xfrm>
            <a:custGeom>
              <a:rect b="b" l="l" r="r" t="t"/>
              <a:pathLst>
                <a:path extrusionOk="0" h="287" w="286">
                  <a:moveTo>
                    <a:pt x="143" y="1"/>
                  </a:moveTo>
                  <a:cubicBezTo>
                    <a:pt x="60" y="1"/>
                    <a:pt x="0" y="60"/>
                    <a:pt x="0" y="144"/>
                  </a:cubicBezTo>
                  <a:cubicBezTo>
                    <a:pt x="0" y="227"/>
                    <a:pt x="60" y="286"/>
                    <a:pt x="143" y="286"/>
                  </a:cubicBezTo>
                  <a:cubicBezTo>
                    <a:pt x="226" y="286"/>
                    <a:pt x="286" y="227"/>
                    <a:pt x="286" y="144"/>
                  </a:cubicBezTo>
                  <a:cubicBezTo>
                    <a:pt x="286" y="60"/>
                    <a:pt x="226" y="1"/>
                    <a:pt x="1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19"/>
            <p:cNvSpPr/>
            <p:nvPr/>
          </p:nvSpPr>
          <p:spPr>
            <a:xfrm>
              <a:off x="1032898" y="1959841"/>
              <a:ext cx="9958" cy="9991"/>
            </a:xfrm>
            <a:custGeom>
              <a:rect b="b" l="l" r="r" t="t"/>
              <a:pathLst>
                <a:path extrusionOk="0" h="299" w="298">
                  <a:moveTo>
                    <a:pt x="155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27"/>
                    <a:pt x="72" y="298"/>
                    <a:pt x="155" y="298"/>
                  </a:cubicBezTo>
                  <a:cubicBezTo>
                    <a:pt x="226" y="298"/>
                    <a:pt x="298" y="227"/>
                    <a:pt x="298" y="143"/>
                  </a:cubicBezTo>
                  <a:cubicBezTo>
                    <a:pt x="298" y="72"/>
                    <a:pt x="226" y="1"/>
                    <a:pt x="1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9"/>
            <p:cNvSpPr/>
            <p:nvPr/>
          </p:nvSpPr>
          <p:spPr>
            <a:xfrm>
              <a:off x="1054384" y="1959841"/>
              <a:ext cx="9557" cy="9991"/>
            </a:xfrm>
            <a:custGeom>
              <a:rect b="b" l="l" r="r" t="t"/>
              <a:pathLst>
                <a:path extrusionOk="0" h="299" w="286">
                  <a:moveTo>
                    <a:pt x="143" y="1"/>
                  </a:moveTo>
                  <a:cubicBezTo>
                    <a:pt x="60" y="1"/>
                    <a:pt x="0" y="72"/>
                    <a:pt x="0" y="143"/>
                  </a:cubicBezTo>
                  <a:cubicBezTo>
                    <a:pt x="0" y="227"/>
                    <a:pt x="60" y="298"/>
                    <a:pt x="143" y="298"/>
                  </a:cubicBezTo>
                  <a:cubicBezTo>
                    <a:pt x="226" y="298"/>
                    <a:pt x="286" y="227"/>
                    <a:pt x="286" y="143"/>
                  </a:cubicBezTo>
                  <a:cubicBezTo>
                    <a:pt x="286" y="72"/>
                    <a:pt x="226" y="1"/>
                    <a:pt x="1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9"/>
            <p:cNvSpPr/>
            <p:nvPr/>
          </p:nvSpPr>
          <p:spPr>
            <a:xfrm>
              <a:off x="1075469" y="1959841"/>
              <a:ext cx="9958" cy="9991"/>
            </a:xfrm>
            <a:custGeom>
              <a:rect b="b" l="l" r="r" t="t"/>
              <a:pathLst>
                <a:path extrusionOk="0" h="299" w="298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27"/>
                    <a:pt x="72" y="298"/>
                    <a:pt x="143" y="298"/>
                  </a:cubicBezTo>
                  <a:cubicBezTo>
                    <a:pt x="226" y="298"/>
                    <a:pt x="298" y="227"/>
                    <a:pt x="298" y="143"/>
                  </a:cubicBezTo>
                  <a:cubicBezTo>
                    <a:pt x="298" y="72"/>
                    <a:pt x="226" y="1"/>
                    <a:pt x="1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9"/>
            <p:cNvSpPr/>
            <p:nvPr/>
          </p:nvSpPr>
          <p:spPr>
            <a:xfrm>
              <a:off x="1096954" y="1959841"/>
              <a:ext cx="9557" cy="9991"/>
            </a:xfrm>
            <a:custGeom>
              <a:rect b="b" l="l" r="r" t="t"/>
              <a:pathLst>
                <a:path extrusionOk="0" h="299" w="286">
                  <a:moveTo>
                    <a:pt x="143" y="1"/>
                  </a:moveTo>
                  <a:cubicBezTo>
                    <a:pt x="60" y="1"/>
                    <a:pt x="0" y="72"/>
                    <a:pt x="0" y="143"/>
                  </a:cubicBezTo>
                  <a:cubicBezTo>
                    <a:pt x="0" y="227"/>
                    <a:pt x="60" y="298"/>
                    <a:pt x="143" y="298"/>
                  </a:cubicBezTo>
                  <a:cubicBezTo>
                    <a:pt x="226" y="298"/>
                    <a:pt x="286" y="227"/>
                    <a:pt x="286" y="143"/>
                  </a:cubicBezTo>
                  <a:cubicBezTo>
                    <a:pt x="286" y="72"/>
                    <a:pt x="226" y="1"/>
                    <a:pt x="1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9"/>
            <p:cNvSpPr/>
            <p:nvPr/>
          </p:nvSpPr>
          <p:spPr>
            <a:xfrm>
              <a:off x="1132742" y="2000407"/>
              <a:ext cx="86779" cy="59345"/>
            </a:xfrm>
            <a:custGeom>
              <a:rect b="b" l="l" r="r" t="t"/>
              <a:pathLst>
                <a:path extrusionOk="0" h="1776" w="2597">
                  <a:moveTo>
                    <a:pt x="1277" y="1"/>
                  </a:moveTo>
                  <a:cubicBezTo>
                    <a:pt x="572" y="1"/>
                    <a:pt x="1" y="580"/>
                    <a:pt x="1" y="1287"/>
                  </a:cubicBezTo>
                  <a:lnTo>
                    <a:pt x="1" y="1775"/>
                  </a:lnTo>
                  <a:lnTo>
                    <a:pt x="441" y="1775"/>
                  </a:lnTo>
                  <a:lnTo>
                    <a:pt x="441" y="1287"/>
                  </a:lnTo>
                  <a:cubicBezTo>
                    <a:pt x="441" y="811"/>
                    <a:pt x="822" y="430"/>
                    <a:pt x="1299" y="430"/>
                  </a:cubicBezTo>
                  <a:cubicBezTo>
                    <a:pt x="1775" y="430"/>
                    <a:pt x="2156" y="811"/>
                    <a:pt x="2156" y="1287"/>
                  </a:cubicBezTo>
                  <a:lnTo>
                    <a:pt x="2156" y="1775"/>
                  </a:lnTo>
                  <a:lnTo>
                    <a:pt x="2596" y="1775"/>
                  </a:lnTo>
                  <a:lnTo>
                    <a:pt x="2596" y="1287"/>
                  </a:lnTo>
                  <a:cubicBezTo>
                    <a:pt x="2596" y="573"/>
                    <a:pt x="2013" y="1"/>
                    <a:pt x="1299" y="1"/>
                  </a:cubicBezTo>
                  <a:cubicBezTo>
                    <a:pt x="1291" y="1"/>
                    <a:pt x="1284" y="1"/>
                    <a:pt x="127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9"/>
            <p:cNvSpPr/>
            <p:nvPr/>
          </p:nvSpPr>
          <p:spPr>
            <a:xfrm>
              <a:off x="1117237" y="2059718"/>
              <a:ext cx="117788" cy="86344"/>
            </a:xfrm>
            <a:custGeom>
              <a:rect b="b" l="l" r="r" t="t"/>
              <a:pathLst>
                <a:path extrusionOk="0" h="2584" w="3525">
                  <a:moveTo>
                    <a:pt x="393" y="0"/>
                  </a:moveTo>
                  <a:cubicBezTo>
                    <a:pt x="179" y="0"/>
                    <a:pt x="0" y="179"/>
                    <a:pt x="0" y="393"/>
                  </a:cubicBezTo>
                  <a:lnTo>
                    <a:pt x="0" y="2191"/>
                  </a:lnTo>
                  <a:cubicBezTo>
                    <a:pt x="0" y="2405"/>
                    <a:pt x="179" y="2584"/>
                    <a:pt x="393" y="2584"/>
                  </a:cubicBezTo>
                  <a:lnTo>
                    <a:pt x="3132" y="2584"/>
                  </a:lnTo>
                  <a:cubicBezTo>
                    <a:pt x="3346" y="2584"/>
                    <a:pt x="3525" y="2405"/>
                    <a:pt x="3525" y="2191"/>
                  </a:cubicBezTo>
                  <a:lnTo>
                    <a:pt x="3525" y="393"/>
                  </a:lnTo>
                  <a:cubicBezTo>
                    <a:pt x="3525" y="179"/>
                    <a:pt x="3346" y="0"/>
                    <a:pt x="31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9"/>
            <p:cNvSpPr/>
            <p:nvPr/>
          </p:nvSpPr>
          <p:spPr>
            <a:xfrm>
              <a:off x="1165756" y="2084779"/>
              <a:ext cx="20751" cy="20717"/>
            </a:xfrm>
            <a:custGeom>
              <a:rect b="b" l="l" r="r" t="t"/>
              <a:pathLst>
                <a:path extrusionOk="0" h="620" w="621">
                  <a:moveTo>
                    <a:pt x="311" y="0"/>
                  </a:moveTo>
                  <a:cubicBezTo>
                    <a:pt x="144" y="0"/>
                    <a:pt x="1" y="131"/>
                    <a:pt x="1" y="310"/>
                  </a:cubicBezTo>
                  <a:cubicBezTo>
                    <a:pt x="1" y="476"/>
                    <a:pt x="144" y="619"/>
                    <a:pt x="311" y="619"/>
                  </a:cubicBezTo>
                  <a:cubicBezTo>
                    <a:pt x="477" y="619"/>
                    <a:pt x="620" y="476"/>
                    <a:pt x="620" y="310"/>
                  </a:cubicBezTo>
                  <a:cubicBezTo>
                    <a:pt x="620" y="131"/>
                    <a:pt x="477" y="0"/>
                    <a:pt x="311" y="0"/>
                  </a:cubicBezTo>
                  <a:close/>
                </a:path>
              </a:pathLst>
            </a:custGeom>
            <a:solidFill>
              <a:srgbClr val="D9E9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9"/>
            <p:cNvSpPr/>
            <p:nvPr/>
          </p:nvSpPr>
          <p:spPr>
            <a:xfrm>
              <a:off x="1165388" y="2098680"/>
              <a:ext cx="21887" cy="25095"/>
            </a:xfrm>
            <a:custGeom>
              <a:rect b="b" l="l" r="r" t="t"/>
              <a:pathLst>
                <a:path extrusionOk="0" h="751" w="655">
                  <a:moveTo>
                    <a:pt x="274" y="1"/>
                  </a:moveTo>
                  <a:lnTo>
                    <a:pt x="0" y="751"/>
                  </a:lnTo>
                  <a:lnTo>
                    <a:pt x="655" y="751"/>
                  </a:lnTo>
                  <a:lnTo>
                    <a:pt x="357" y="1"/>
                  </a:lnTo>
                  <a:close/>
                </a:path>
              </a:pathLst>
            </a:custGeom>
            <a:solidFill>
              <a:srgbClr val="D9E9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9"/>
            <p:cNvSpPr/>
            <p:nvPr/>
          </p:nvSpPr>
          <p:spPr>
            <a:xfrm>
              <a:off x="1095350" y="1711200"/>
              <a:ext cx="161161" cy="161161"/>
            </a:xfrm>
            <a:custGeom>
              <a:rect b="b" l="l" r="r" t="t"/>
              <a:pathLst>
                <a:path extrusionOk="0" h="4823" w="4823">
                  <a:moveTo>
                    <a:pt x="2418" y="0"/>
                  </a:moveTo>
                  <a:cubicBezTo>
                    <a:pt x="1084" y="0"/>
                    <a:pt x="1" y="1084"/>
                    <a:pt x="1" y="2405"/>
                  </a:cubicBezTo>
                  <a:cubicBezTo>
                    <a:pt x="1" y="3739"/>
                    <a:pt x="1084" y="4822"/>
                    <a:pt x="2418" y="4822"/>
                  </a:cubicBezTo>
                  <a:cubicBezTo>
                    <a:pt x="3751" y="4822"/>
                    <a:pt x="4823" y="3739"/>
                    <a:pt x="4823" y="2405"/>
                  </a:cubicBezTo>
                  <a:cubicBezTo>
                    <a:pt x="4823" y="1084"/>
                    <a:pt x="3751" y="0"/>
                    <a:pt x="241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9"/>
            <p:cNvSpPr/>
            <p:nvPr/>
          </p:nvSpPr>
          <p:spPr>
            <a:xfrm>
              <a:off x="1371860" y="1842487"/>
              <a:ext cx="292047" cy="122165"/>
            </a:xfrm>
            <a:custGeom>
              <a:rect b="b" l="l" r="r" t="t"/>
              <a:pathLst>
                <a:path extrusionOk="0" fill="none" h="3656" w="8740">
                  <a:moveTo>
                    <a:pt x="0" y="3655"/>
                  </a:moveTo>
                  <a:lnTo>
                    <a:pt x="8740" y="3620"/>
                  </a:lnTo>
                  <a:lnTo>
                    <a:pt x="8740" y="0"/>
                  </a:lnTo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9"/>
            <p:cNvSpPr/>
            <p:nvPr/>
          </p:nvSpPr>
          <p:spPr>
            <a:xfrm>
              <a:off x="1533388" y="1778431"/>
              <a:ext cx="106527" cy="91022"/>
            </a:xfrm>
            <a:custGeom>
              <a:rect b="b" l="l" r="r" t="t"/>
              <a:pathLst>
                <a:path extrusionOk="0" h="2724" w="3188">
                  <a:moveTo>
                    <a:pt x="1155" y="1020"/>
                  </a:moveTo>
                  <a:cubicBezTo>
                    <a:pt x="1331" y="1020"/>
                    <a:pt x="1501" y="1156"/>
                    <a:pt x="1501" y="1358"/>
                  </a:cubicBezTo>
                  <a:cubicBezTo>
                    <a:pt x="1501" y="1548"/>
                    <a:pt x="1346" y="1691"/>
                    <a:pt x="1155" y="1691"/>
                  </a:cubicBezTo>
                  <a:lnTo>
                    <a:pt x="1155" y="1703"/>
                  </a:lnTo>
                  <a:cubicBezTo>
                    <a:pt x="858" y="1703"/>
                    <a:pt x="703" y="1334"/>
                    <a:pt x="917" y="1120"/>
                  </a:cubicBezTo>
                  <a:cubicBezTo>
                    <a:pt x="986" y="1051"/>
                    <a:pt x="1071" y="1020"/>
                    <a:pt x="1155" y="1020"/>
                  </a:cubicBezTo>
                  <a:close/>
                  <a:moveTo>
                    <a:pt x="1822" y="0"/>
                  </a:moveTo>
                  <a:cubicBezTo>
                    <a:pt x="608" y="0"/>
                    <a:pt x="0" y="1477"/>
                    <a:pt x="858" y="2322"/>
                  </a:cubicBezTo>
                  <a:cubicBezTo>
                    <a:pt x="1135" y="2599"/>
                    <a:pt x="1477" y="2723"/>
                    <a:pt x="1812" y="2723"/>
                  </a:cubicBezTo>
                  <a:cubicBezTo>
                    <a:pt x="2514" y="2723"/>
                    <a:pt x="3187" y="2180"/>
                    <a:pt x="3179" y="1358"/>
                  </a:cubicBezTo>
                  <a:cubicBezTo>
                    <a:pt x="3179" y="608"/>
                    <a:pt x="2572" y="0"/>
                    <a:pt x="18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9"/>
            <p:cNvSpPr/>
            <p:nvPr/>
          </p:nvSpPr>
          <p:spPr>
            <a:xfrm>
              <a:off x="1622907" y="1810643"/>
              <a:ext cx="142448" cy="26298"/>
            </a:xfrm>
            <a:custGeom>
              <a:rect b="b" l="l" r="r" t="t"/>
              <a:pathLst>
                <a:path extrusionOk="0" h="787" w="4263">
                  <a:moveTo>
                    <a:pt x="0" y="1"/>
                  </a:moveTo>
                  <a:lnTo>
                    <a:pt x="0" y="787"/>
                  </a:lnTo>
                  <a:lnTo>
                    <a:pt x="4263" y="787"/>
                  </a:lnTo>
                  <a:lnTo>
                    <a:pt x="3870" y="144"/>
                  </a:lnTo>
                  <a:lnTo>
                    <a:pt x="3453" y="48"/>
                  </a:lnTo>
                  <a:lnTo>
                    <a:pt x="3453" y="310"/>
                  </a:lnTo>
                  <a:lnTo>
                    <a:pt x="3239" y="60"/>
                  </a:lnTo>
                  <a:lnTo>
                    <a:pt x="2989" y="48"/>
                  </a:lnTo>
                  <a:lnTo>
                    <a:pt x="2989" y="310"/>
                  </a:lnTo>
                  <a:lnTo>
                    <a:pt x="2655" y="48"/>
                  </a:lnTo>
                  <a:lnTo>
                    <a:pt x="2501" y="48"/>
                  </a:lnTo>
                  <a:lnTo>
                    <a:pt x="2524" y="310"/>
                  </a:lnTo>
                  <a:lnTo>
                    <a:pt x="2227" y="310"/>
                  </a:lnTo>
                  <a:lnTo>
                    <a:pt x="2227" y="1"/>
                  </a:lnTo>
                  <a:lnTo>
                    <a:pt x="1989" y="1"/>
                  </a:lnTo>
                  <a:lnTo>
                    <a:pt x="1929" y="310"/>
                  </a:lnTo>
                  <a:lnTo>
                    <a:pt x="153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89" name="Google Shape;289;p19"/>
            <p:cNvGrpSpPr/>
            <p:nvPr/>
          </p:nvGrpSpPr>
          <p:grpSpPr>
            <a:xfrm>
              <a:off x="1126435" y="1744416"/>
              <a:ext cx="102674" cy="128333"/>
              <a:chOff x="6633934" y="1531372"/>
              <a:chExt cx="163884" cy="204841"/>
            </a:xfrm>
          </p:grpSpPr>
          <p:sp>
            <p:nvSpPr>
              <p:cNvPr id="290" name="Google Shape;290;p19"/>
              <p:cNvSpPr/>
              <p:nvPr/>
            </p:nvSpPr>
            <p:spPr>
              <a:xfrm>
                <a:off x="6664666" y="1531372"/>
                <a:ext cx="102450" cy="102450"/>
              </a:xfrm>
              <a:custGeom>
                <a:rect b="b" l="l" r="r" t="t"/>
                <a:pathLst>
                  <a:path extrusionOk="0" h="3467" w="3467">
                    <a:moveTo>
                      <a:pt x="1733" y="1"/>
                    </a:moveTo>
                    <a:cubicBezTo>
                      <a:pt x="788" y="1"/>
                      <a:pt x="1" y="788"/>
                      <a:pt x="1" y="1733"/>
                    </a:cubicBezTo>
                    <a:cubicBezTo>
                      <a:pt x="1" y="2679"/>
                      <a:pt x="788" y="3466"/>
                      <a:pt x="1733" y="3466"/>
                    </a:cubicBezTo>
                    <a:cubicBezTo>
                      <a:pt x="2678" y="3466"/>
                      <a:pt x="3466" y="2679"/>
                      <a:pt x="3466" y="1733"/>
                    </a:cubicBezTo>
                    <a:cubicBezTo>
                      <a:pt x="3466" y="788"/>
                      <a:pt x="2678" y="1"/>
                      <a:pt x="17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19"/>
              <p:cNvSpPr/>
              <p:nvPr/>
            </p:nvSpPr>
            <p:spPr>
              <a:xfrm>
                <a:off x="6633934" y="1631930"/>
                <a:ext cx="163884" cy="104282"/>
              </a:xfrm>
              <a:custGeom>
                <a:rect b="b" l="l" r="r" t="t"/>
                <a:pathLst>
                  <a:path extrusionOk="0" h="3529" w="5546">
                    <a:moveTo>
                      <a:pt x="1072" y="0"/>
                    </a:moveTo>
                    <a:cubicBezTo>
                      <a:pt x="442" y="536"/>
                      <a:pt x="32" y="1292"/>
                      <a:pt x="32" y="2143"/>
                    </a:cubicBezTo>
                    <a:lnTo>
                      <a:pt x="32" y="3182"/>
                    </a:lnTo>
                    <a:cubicBezTo>
                      <a:pt x="1" y="3371"/>
                      <a:pt x="158" y="3529"/>
                      <a:pt x="347" y="3529"/>
                    </a:cubicBezTo>
                    <a:lnTo>
                      <a:pt x="5199" y="3529"/>
                    </a:lnTo>
                    <a:cubicBezTo>
                      <a:pt x="5388" y="3529"/>
                      <a:pt x="5546" y="3371"/>
                      <a:pt x="5546" y="3182"/>
                    </a:cubicBezTo>
                    <a:lnTo>
                      <a:pt x="5546" y="2143"/>
                    </a:lnTo>
                    <a:cubicBezTo>
                      <a:pt x="5546" y="1292"/>
                      <a:pt x="5168" y="536"/>
                      <a:pt x="4538" y="0"/>
                    </a:cubicBezTo>
                    <a:cubicBezTo>
                      <a:pt x="4096" y="473"/>
                      <a:pt x="3466" y="756"/>
                      <a:pt x="2805" y="756"/>
                    </a:cubicBezTo>
                    <a:cubicBezTo>
                      <a:pt x="2143" y="756"/>
                      <a:pt x="1513" y="504"/>
                      <a:pt x="107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0"/>
          <p:cNvSpPr txBox="1"/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1" lang="en">
                <a:solidFill>
                  <a:srgbClr val="741B47"/>
                </a:solidFill>
                <a:latin typeface="Arial"/>
                <a:ea typeface="Arial"/>
                <a:cs typeface="Arial"/>
                <a:sym typeface="Arial"/>
              </a:rPr>
              <a:t>Technologies Used</a:t>
            </a:r>
            <a:endParaRPr b="0" i="1">
              <a:solidFill>
                <a:srgbClr val="741B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7" name="Google Shape;297;p20"/>
          <p:cNvGrpSpPr/>
          <p:nvPr/>
        </p:nvGrpSpPr>
        <p:grpSpPr>
          <a:xfrm>
            <a:off x="1341530" y="2786289"/>
            <a:ext cx="2257786" cy="351534"/>
            <a:chOff x="1341530" y="2712139"/>
            <a:chExt cx="2257786" cy="351534"/>
          </a:xfrm>
        </p:grpSpPr>
        <p:sp>
          <p:nvSpPr>
            <p:cNvPr id="298" name="Google Shape;298;p20"/>
            <p:cNvSpPr/>
            <p:nvPr/>
          </p:nvSpPr>
          <p:spPr>
            <a:xfrm>
              <a:off x="1370850" y="2734875"/>
              <a:ext cx="2200310" cy="294494"/>
            </a:xfrm>
            <a:custGeom>
              <a:rect b="b" l="l" r="r" t="t"/>
              <a:pathLst>
                <a:path extrusionOk="0" fill="none" h="11479" w="47971">
                  <a:moveTo>
                    <a:pt x="0" y="11478"/>
                  </a:moveTo>
                  <a:lnTo>
                    <a:pt x="0" y="4584"/>
                  </a:lnTo>
                  <a:cubicBezTo>
                    <a:pt x="0" y="3584"/>
                    <a:pt x="810" y="2775"/>
                    <a:pt x="1798" y="2775"/>
                  </a:cubicBezTo>
                  <a:lnTo>
                    <a:pt x="47078" y="2775"/>
                  </a:lnTo>
                  <a:cubicBezTo>
                    <a:pt x="47578" y="2775"/>
                    <a:pt x="47971" y="2382"/>
                    <a:pt x="47971" y="1882"/>
                  </a:cubicBezTo>
                  <a:lnTo>
                    <a:pt x="47971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20"/>
            <p:cNvSpPr/>
            <p:nvPr/>
          </p:nvSpPr>
          <p:spPr>
            <a:xfrm>
              <a:off x="3542942" y="2712139"/>
              <a:ext cx="56374" cy="45061"/>
            </a:xfrm>
            <a:custGeom>
              <a:rect b="b" l="l" r="r" t="t"/>
              <a:pathLst>
                <a:path extrusionOk="0" h="1199" w="1500">
                  <a:moveTo>
                    <a:pt x="801" y="1"/>
                  </a:moveTo>
                  <a:cubicBezTo>
                    <a:pt x="306" y="1"/>
                    <a:pt x="0" y="634"/>
                    <a:pt x="389" y="1022"/>
                  </a:cubicBezTo>
                  <a:cubicBezTo>
                    <a:pt x="512" y="1145"/>
                    <a:pt x="659" y="1198"/>
                    <a:pt x="803" y="1198"/>
                  </a:cubicBezTo>
                  <a:cubicBezTo>
                    <a:pt x="1161" y="1198"/>
                    <a:pt x="1499" y="867"/>
                    <a:pt x="1389" y="451"/>
                  </a:cubicBezTo>
                  <a:cubicBezTo>
                    <a:pt x="1341" y="236"/>
                    <a:pt x="1175" y="70"/>
                    <a:pt x="960" y="22"/>
                  </a:cubicBezTo>
                  <a:cubicBezTo>
                    <a:pt x="906" y="8"/>
                    <a:pt x="852" y="1"/>
                    <a:pt x="80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20"/>
            <p:cNvSpPr/>
            <p:nvPr/>
          </p:nvSpPr>
          <p:spPr>
            <a:xfrm>
              <a:off x="1341530" y="3018498"/>
              <a:ext cx="61447" cy="45174"/>
            </a:xfrm>
            <a:custGeom>
              <a:rect b="b" l="l" r="r" t="t"/>
              <a:pathLst>
                <a:path extrusionOk="0" h="1202" w="1635">
                  <a:moveTo>
                    <a:pt x="819" y="1"/>
                  </a:moveTo>
                  <a:cubicBezTo>
                    <a:pt x="346" y="1"/>
                    <a:pt x="1" y="546"/>
                    <a:pt x="377" y="1042"/>
                  </a:cubicBezTo>
                  <a:cubicBezTo>
                    <a:pt x="524" y="1153"/>
                    <a:pt x="676" y="1202"/>
                    <a:pt x="816" y="1202"/>
                  </a:cubicBezTo>
                  <a:cubicBezTo>
                    <a:pt x="1289" y="1202"/>
                    <a:pt x="1634" y="656"/>
                    <a:pt x="1258" y="161"/>
                  </a:cubicBezTo>
                  <a:cubicBezTo>
                    <a:pt x="1111" y="49"/>
                    <a:pt x="959" y="1"/>
                    <a:pt x="81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1" name="Google Shape;301;p20"/>
          <p:cNvGrpSpPr/>
          <p:nvPr/>
        </p:nvGrpSpPr>
        <p:grpSpPr>
          <a:xfrm>
            <a:off x="2942467" y="2786289"/>
            <a:ext cx="1213680" cy="351534"/>
            <a:chOff x="2984242" y="2712139"/>
            <a:chExt cx="1213680" cy="351534"/>
          </a:xfrm>
        </p:grpSpPr>
        <p:sp>
          <p:nvSpPr>
            <p:cNvPr id="302" name="Google Shape;302;p20"/>
            <p:cNvSpPr/>
            <p:nvPr/>
          </p:nvSpPr>
          <p:spPr>
            <a:xfrm>
              <a:off x="3013950" y="2734875"/>
              <a:ext cx="1156002" cy="294494"/>
            </a:xfrm>
            <a:custGeom>
              <a:rect b="b" l="l" r="r" t="t"/>
              <a:pathLst>
                <a:path extrusionOk="0" fill="none" h="11479" w="24111">
                  <a:moveTo>
                    <a:pt x="1" y="11478"/>
                  </a:moveTo>
                  <a:lnTo>
                    <a:pt x="1" y="7906"/>
                  </a:lnTo>
                  <a:cubicBezTo>
                    <a:pt x="1" y="6918"/>
                    <a:pt x="977" y="6108"/>
                    <a:pt x="2191" y="6108"/>
                  </a:cubicBezTo>
                  <a:lnTo>
                    <a:pt x="23004" y="6108"/>
                  </a:lnTo>
                  <a:cubicBezTo>
                    <a:pt x="23611" y="6108"/>
                    <a:pt x="24111" y="5704"/>
                    <a:pt x="24111" y="5216"/>
                  </a:cubicBezTo>
                  <a:lnTo>
                    <a:pt x="24111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0"/>
            <p:cNvSpPr/>
            <p:nvPr/>
          </p:nvSpPr>
          <p:spPr>
            <a:xfrm>
              <a:off x="2984242" y="3018498"/>
              <a:ext cx="61072" cy="45174"/>
            </a:xfrm>
            <a:custGeom>
              <a:rect b="b" l="l" r="r" t="t"/>
              <a:pathLst>
                <a:path extrusionOk="0" h="1202" w="1625">
                  <a:moveTo>
                    <a:pt x="811" y="1"/>
                  </a:moveTo>
                  <a:cubicBezTo>
                    <a:pt x="341" y="1"/>
                    <a:pt x="0" y="546"/>
                    <a:pt x="367" y="1042"/>
                  </a:cubicBezTo>
                  <a:cubicBezTo>
                    <a:pt x="515" y="1153"/>
                    <a:pt x="666" y="1202"/>
                    <a:pt x="807" y="1202"/>
                  </a:cubicBezTo>
                  <a:cubicBezTo>
                    <a:pt x="1279" y="1202"/>
                    <a:pt x="1625" y="656"/>
                    <a:pt x="1248" y="161"/>
                  </a:cubicBezTo>
                  <a:cubicBezTo>
                    <a:pt x="1101" y="49"/>
                    <a:pt x="950" y="1"/>
                    <a:pt x="81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0"/>
            <p:cNvSpPr/>
            <p:nvPr/>
          </p:nvSpPr>
          <p:spPr>
            <a:xfrm>
              <a:off x="4142000" y="2712139"/>
              <a:ext cx="55923" cy="45061"/>
            </a:xfrm>
            <a:custGeom>
              <a:rect b="b" l="l" r="r" t="t"/>
              <a:pathLst>
                <a:path extrusionOk="0" h="1199" w="1488">
                  <a:moveTo>
                    <a:pt x="790" y="1"/>
                  </a:moveTo>
                  <a:cubicBezTo>
                    <a:pt x="296" y="1"/>
                    <a:pt x="0" y="634"/>
                    <a:pt x="389" y="1022"/>
                  </a:cubicBezTo>
                  <a:cubicBezTo>
                    <a:pt x="508" y="1145"/>
                    <a:pt x="653" y="1198"/>
                    <a:pt x="795" y="1198"/>
                  </a:cubicBezTo>
                  <a:cubicBezTo>
                    <a:pt x="1149" y="1198"/>
                    <a:pt x="1487" y="867"/>
                    <a:pt x="1377" y="451"/>
                  </a:cubicBezTo>
                  <a:cubicBezTo>
                    <a:pt x="1329" y="236"/>
                    <a:pt x="1163" y="70"/>
                    <a:pt x="948" y="22"/>
                  </a:cubicBezTo>
                  <a:cubicBezTo>
                    <a:pt x="894" y="8"/>
                    <a:pt x="841" y="1"/>
                    <a:pt x="7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5" name="Google Shape;305;p20"/>
          <p:cNvGrpSpPr/>
          <p:nvPr/>
        </p:nvGrpSpPr>
        <p:grpSpPr>
          <a:xfrm>
            <a:off x="4541379" y="2786389"/>
            <a:ext cx="61447" cy="351534"/>
            <a:chOff x="4544192" y="2712139"/>
            <a:chExt cx="61447" cy="351534"/>
          </a:xfrm>
        </p:grpSpPr>
        <p:sp>
          <p:nvSpPr>
            <p:cNvPr id="306" name="Google Shape;306;p20"/>
            <p:cNvSpPr/>
            <p:nvPr/>
          </p:nvSpPr>
          <p:spPr>
            <a:xfrm>
              <a:off x="4575795" y="2734875"/>
              <a:ext cx="38" cy="294494"/>
            </a:xfrm>
            <a:custGeom>
              <a:rect b="b" l="l" r="r" t="t"/>
              <a:pathLst>
                <a:path extrusionOk="0" fill="none" h="11479" w="1">
                  <a:moveTo>
                    <a:pt x="0" y="11478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0"/>
            <p:cNvSpPr/>
            <p:nvPr/>
          </p:nvSpPr>
          <p:spPr>
            <a:xfrm>
              <a:off x="4544192" y="3018498"/>
              <a:ext cx="61447" cy="45174"/>
            </a:xfrm>
            <a:custGeom>
              <a:rect b="b" l="l" r="r" t="t"/>
              <a:pathLst>
                <a:path extrusionOk="0" h="1202" w="1635">
                  <a:moveTo>
                    <a:pt x="819" y="1"/>
                  </a:moveTo>
                  <a:cubicBezTo>
                    <a:pt x="346" y="1"/>
                    <a:pt x="0" y="546"/>
                    <a:pt x="377" y="1042"/>
                  </a:cubicBezTo>
                  <a:cubicBezTo>
                    <a:pt x="524" y="1153"/>
                    <a:pt x="676" y="1202"/>
                    <a:pt x="816" y="1202"/>
                  </a:cubicBezTo>
                  <a:cubicBezTo>
                    <a:pt x="1289" y="1202"/>
                    <a:pt x="1634" y="656"/>
                    <a:pt x="1258" y="161"/>
                  </a:cubicBezTo>
                  <a:cubicBezTo>
                    <a:pt x="1111" y="49"/>
                    <a:pt x="959" y="1"/>
                    <a:pt x="81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0"/>
            <p:cNvSpPr/>
            <p:nvPr/>
          </p:nvSpPr>
          <p:spPr>
            <a:xfrm>
              <a:off x="4545507" y="2712139"/>
              <a:ext cx="56073" cy="45061"/>
            </a:xfrm>
            <a:custGeom>
              <a:rect b="b" l="l" r="r" t="t"/>
              <a:pathLst>
                <a:path extrusionOk="0" h="1199" w="1492">
                  <a:moveTo>
                    <a:pt x="790" y="1"/>
                  </a:moveTo>
                  <a:cubicBezTo>
                    <a:pt x="297" y="1"/>
                    <a:pt x="1" y="634"/>
                    <a:pt x="389" y="1022"/>
                  </a:cubicBezTo>
                  <a:cubicBezTo>
                    <a:pt x="512" y="1145"/>
                    <a:pt x="658" y="1198"/>
                    <a:pt x="801" y="1198"/>
                  </a:cubicBezTo>
                  <a:cubicBezTo>
                    <a:pt x="1157" y="1198"/>
                    <a:pt x="1491" y="867"/>
                    <a:pt x="1390" y="451"/>
                  </a:cubicBezTo>
                  <a:cubicBezTo>
                    <a:pt x="1330" y="236"/>
                    <a:pt x="1163" y="70"/>
                    <a:pt x="949" y="22"/>
                  </a:cubicBezTo>
                  <a:cubicBezTo>
                    <a:pt x="894" y="8"/>
                    <a:pt x="841" y="1"/>
                    <a:pt x="7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9" name="Google Shape;309;p20"/>
          <p:cNvGrpSpPr/>
          <p:nvPr/>
        </p:nvGrpSpPr>
        <p:grpSpPr>
          <a:xfrm>
            <a:off x="5018400" y="2786289"/>
            <a:ext cx="1183934" cy="351534"/>
            <a:chOff x="4977138" y="2712139"/>
            <a:chExt cx="1183934" cy="351534"/>
          </a:xfrm>
        </p:grpSpPr>
        <p:sp>
          <p:nvSpPr>
            <p:cNvPr id="310" name="Google Shape;310;p20"/>
            <p:cNvSpPr/>
            <p:nvPr/>
          </p:nvSpPr>
          <p:spPr>
            <a:xfrm>
              <a:off x="5005825" y="2734875"/>
              <a:ext cx="1124429" cy="294494"/>
            </a:xfrm>
            <a:custGeom>
              <a:rect b="b" l="l" r="r" t="t"/>
              <a:pathLst>
                <a:path extrusionOk="0" fill="none" h="11479" w="23766">
                  <a:moveTo>
                    <a:pt x="23765" y="11478"/>
                  </a:moveTo>
                  <a:lnTo>
                    <a:pt x="23765" y="7906"/>
                  </a:lnTo>
                  <a:cubicBezTo>
                    <a:pt x="23765" y="6918"/>
                    <a:pt x="22813" y="6108"/>
                    <a:pt x="21634" y="6108"/>
                  </a:cubicBezTo>
                  <a:lnTo>
                    <a:pt x="1060" y="6108"/>
                  </a:lnTo>
                  <a:cubicBezTo>
                    <a:pt x="465" y="6108"/>
                    <a:pt x="1" y="5704"/>
                    <a:pt x="1" y="5216"/>
                  </a:cubicBez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0"/>
            <p:cNvSpPr/>
            <p:nvPr/>
          </p:nvSpPr>
          <p:spPr>
            <a:xfrm>
              <a:off x="6099625" y="3018498"/>
              <a:ext cx="61447" cy="45174"/>
            </a:xfrm>
            <a:custGeom>
              <a:rect b="b" l="l" r="r" t="t"/>
              <a:pathLst>
                <a:path extrusionOk="0" h="1202" w="1635">
                  <a:moveTo>
                    <a:pt x="819" y="1"/>
                  </a:moveTo>
                  <a:cubicBezTo>
                    <a:pt x="346" y="1"/>
                    <a:pt x="1" y="546"/>
                    <a:pt x="377" y="1042"/>
                  </a:cubicBezTo>
                  <a:cubicBezTo>
                    <a:pt x="524" y="1153"/>
                    <a:pt x="676" y="1202"/>
                    <a:pt x="816" y="1202"/>
                  </a:cubicBezTo>
                  <a:cubicBezTo>
                    <a:pt x="1289" y="1202"/>
                    <a:pt x="1634" y="656"/>
                    <a:pt x="1258" y="161"/>
                  </a:cubicBezTo>
                  <a:cubicBezTo>
                    <a:pt x="1111" y="49"/>
                    <a:pt x="959" y="1"/>
                    <a:pt x="81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0"/>
            <p:cNvSpPr/>
            <p:nvPr/>
          </p:nvSpPr>
          <p:spPr>
            <a:xfrm>
              <a:off x="4977138" y="2712139"/>
              <a:ext cx="56073" cy="45061"/>
            </a:xfrm>
            <a:custGeom>
              <a:rect b="b" l="l" r="r" t="t"/>
              <a:pathLst>
                <a:path extrusionOk="0" h="1199" w="1492">
                  <a:moveTo>
                    <a:pt x="790" y="1"/>
                  </a:moveTo>
                  <a:cubicBezTo>
                    <a:pt x="297" y="1"/>
                    <a:pt x="1" y="634"/>
                    <a:pt x="389" y="1022"/>
                  </a:cubicBezTo>
                  <a:cubicBezTo>
                    <a:pt x="512" y="1145"/>
                    <a:pt x="658" y="1198"/>
                    <a:pt x="801" y="1198"/>
                  </a:cubicBezTo>
                  <a:cubicBezTo>
                    <a:pt x="1157" y="1198"/>
                    <a:pt x="1491" y="867"/>
                    <a:pt x="1389" y="451"/>
                  </a:cubicBezTo>
                  <a:cubicBezTo>
                    <a:pt x="1330" y="236"/>
                    <a:pt x="1163" y="70"/>
                    <a:pt x="949" y="22"/>
                  </a:cubicBezTo>
                  <a:cubicBezTo>
                    <a:pt x="894" y="8"/>
                    <a:pt x="841" y="1"/>
                    <a:pt x="7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3" name="Google Shape;313;p20"/>
          <p:cNvGrpSpPr/>
          <p:nvPr/>
        </p:nvGrpSpPr>
        <p:grpSpPr>
          <a:xfrm>
            <a:off x="5547759" y="2786289"/>
            <a:ext cx="2253863" cy="351534"/>
            <a:chOff x="5547759" y="2712139"/>
            <a:chExt cx="2253863" cy="351534"/>
          </a:xfrm>
        </p:grpSpPr>
        <p:sp>
          <p:nvSpPr>
            <p:cNvPr id="314" name="Google Shape;314;p20"/>
            <p:cNvSpPr/>
            <p:nvPr/>
          </p:nvSpPr>
          <p:spPr>
            <a:xfrm>
              <a:off x="5578625" y="2734875"/>
              <a:ext cx="2194219" cy="294494"/>
            </a:xfrm>
            <a:custGeom>
              <a:rect b="b" l="l" r="r" t="t"/>
              <a:pathLst>
                <a:path extrusionOk="0" fill="none" h="11479" w="47376">
                  <a:moveTo>
                    <a:pt x="47375" y="11478"/>
                  </a:moveTo>
                  <a:lnTo>
                    <a:pt x="47375" y="4584"/>
                  </a:lnTo>
                  <a:cubicBezTo>
                    <a:pt x="47375" y="3584"/>
                    <a:pt x="46566" y="2775"/>
                    <a:pt x="45577" y="2775"/>
                  </a:cubicBezTo>
                  <a:lnTo>
                    <a:pt x="893" y="2775"/>
                  </a:lnTo>
                  <a:cubicBezTo>
                    <a:pt x="393" y="2775"/>
                    <a:pt x="0" y="2382"/>
                    <a:pt x="0" y="1882"/>
                  </a:cubicBez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0"/>
            <p:cNvSpPr/>
            <p:nvPr/>
          </p:nvSpPr>
          <p:spPr>
            <a:xfrm>
              <a:off x="7740175" y="3018498"/>
              <a:ext cx="61447" cy="45174"/>
            </a:xfrm>
            <a:custGeom>
              <a:rect b="b" l="l" r="r" t="t"/>
              <a:pathLst>
                <a:path extrusionOk="0" h="1202" w="1635">
                  <a:moveTo>
                    <a:pt x="819" y="1"/>
                  </a:moveTo>
                  <a:cubicBezTo>
                    <a:pt x="346" y="1"/>
                    <a:pt x="0" y="546"/>
                    <a:pt x="377" y="1042"/>
                  </a:cubicBezTo>
                  <a:cubicBezTo>
                    <a:pt x="524" y="1153"/>
                    <a:pt x="676" y="1202"/>
                    <a:pt x="816" y="1202"/>
                  </a:cubicBezTo>
                  <a:cubicBezTo>
                    <a:pt x="1289" y="1202"/>
                    <a:pt x="1634" y="656"/>
                    <a:pt x="1258" y="161"/>
                  </a:cubicBezTo>
                  <a:cubicBezTo>
                    <a:pt x="1111" y="49"/>
                    <a:pt x="959" y="1"/>
                    <a:pt x="81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0"/>
            <p:cNvSpPr/>
            <p:nvPr/>
          </p:nvSpPr>
          <p:spPr>
            <a:xfrm>
              <a:off x="5547759" y="2712139"/>
              <a:ext cx="56036" cy="45061"/>
            </a:xfrm>
            <a:custGeom>
              <a:rect b="b" l="l" r="r" t="t"/>
              <a:pathLst>
                <a:path extrusionOk="0" h="1199" w="1491">
                  <a:moveTo>
                    <a:pt x="789" y="1"/>
                  </a:moveTo>
                  <a:cubicBezTo>
                    <a:pt x="296" y="1"/>
                    <a:pt x="0" y="634"/>
                    <a:pt x="389" y="1022"/>
                  </a:cubicBezTo>
                  <a:cubicBezTo>
                    <a:pt x="511" y="1145"/>
                    <a:pt x="658" y="1198"/>
                    <a:pt x="800" y="1198"/>
                  </a:cubicBezTo>
                  <a:cubicBezTo>
                    <a:pt x="1156" y="1198"/>
                    <a:pt x="1491" y="867"/>
                    <a:pt x="1389" y="451"/>
                  </a:cubicBezTo>
                  <a:cubicBezTo>
                    <a:pt x="1329" y="236"/>
                    <a:pt x="1163" y="70"/>
                    <a:pt x="948" y="22"/>
                  </a:cubicBezTo>
                  <a:cubicBezTo>
                    <a:pt x="894" y="8"/>
                    <a:pt x="840" y="1"/>
                    <a:pt x="78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7" name="Google Shape;317;p20"/>
          <p:cNvGrpSpPr/>
          <p:nvPr/>
        </p:nvGrpSpPr>
        <p:grpSpPr>
          <a:xfrm>
            <a:off x="2478056" y="1138634"/>
            <a:ext cx="4344950" cy="1560801"/>
            <a:chOff x="2478056" y="1138634"/>
            <a:chExt cx="4344950" cy="1560801"/>
          </a:xfrm>
        </p:grpSpPr>
        <p:sp>
          <p:nvSpPr>
            <p:cNvPr id="318" name="Google Shape;318;p20"/>
            <p:cNvSpPr/>
            <p:nvPr/>
          </p:nvSpPr>
          <p:spPr>
            <a:xfrm>
              <a:off x="3635672" y="1406673"/>
              <a:ext cx="1881605" cy="1219815"/>
            </a:xfrm>
            <a:custGeom>
              <a:rect b="b" l="l" r="r" t="t"/>
              <a:pathLst>
                <a:path extrusionOk="0" h="32457" w="50066">
                  <a:moveTo>
                    <a:pt x="2024" y="0"/>
                  </a:moveTo>
                  <a:cubicBezTo>
                    <a:pt x="905" y="0"/>
                    <a:pt x="0" y="905"/>
                    <a:pt x="0" y="2025"/>
                  </a:cubicBezTo>
                  <a:lnTo>
                    <a:pt x="0" y="30433"/>
                  </a:lnTo>
                  <a:cubicBezTo>
                    <a:pt x="0" y="31552"/>
                    <a:pt x="905" y="32457"/>
                    <a:pt x="2024" y="32457"/>
                  </a:cubicBezTo>
                  <a:lnTo>
                    <a:pt x="48042" y="32457"/>
                  </a:lnTo>
                  <a:cubicBezTo>
                    <a:pt x="49161" y="32457"/>
                    <a:pt x="50066" y="31552"/>
                    <a:pt x="50066" y="30433"/>
                  </a:cubicBezTo>
                  <a:lnTo>
                    <a:pt x="50066" y="2025"/>
                  </a:lnTo>
                  <a:cubicBezTo>
                    <a:pt x="50066" y="905"/>
                    <a:pt x="49161" y="0"/>
                    <a:pt x="4804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20"/>
            <p:cNvSpPr/>
            <p:nvPr/>
          </p:nvSpPr>
          <p:spPr>
            <a:xfrm>
              <a:off x="3636086" y="1476463"/>
              <a:ext cx="1881192" cy="1150025"/>
            </a:xfrm>
            <a:custGeom>
              <a:rect b="b" l="l" r="r" t="t"/>
              <a:pathLst>
                <a:path extrusionOk="0" h="30600" w="50055">
                  <a:moveTo>
                    <a:pt x="50055" y="1299"/>
                  </a:moveTo>
                  <a:lnTo>
                    <a:pt x="50055" y="29874"/>
                  </a:lnTo>
                  <a:cubicBezTo>
                    <a:pt x="50055" y="30278"/>
                    <a:pt x="49721" y="30600"/>
                    <a:pt x="49329" y="30600"/>
                  </a:cubicBezTo>
                  <a:lnTo>
                    <a:pt x="715" y="30600"/>
                  </a:lnTo>
                  <a:cubicBezTo>
                    <a:pt x="322" y="30600"/>
                    <a:pt x="1" y="30278"/>
                    <a:pt x="1" y="29874"/>
                  </a:cubicBezTo>
                  <a:lnTo>
                    <a:pt x="1" y="27326"/>
                  </a:lnTo>
                  <a:lnTo>
                    <a:pt x="47138" y="27326"/>
                  </a:lnTo>
                  <a:cubicBezTo>
                    <a:pt x="48436" y="27326"/>
                    <a:pt x="49483" y="26278"/>
                    <a:pt x="49483" y="24992"/>
                  </a:cubicBezTo>
                  <a:lnTo>
                    <a:pt x="49483" y="1"/>
                  </a:lnTo>
                  <a:cubicBezTo>
                    <a:pt x="49841" y="334"/>
                    <a:pt x="50055" y="799"/>
                    <a:pt x="50055" y="12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20"/>
            <p:cNvSpPr/>
            <p:nvPr/>
          </p:nvSpPr>
          <p:spPr>
            <a:xfrm>
              <a:off x="3704110" y="1507807"/>
              <a:ext cx="1744730" cy="944185"/>
            </a:xfrm>
            <a:custGeom>
              <a:rect b="b" l="l" r="r" t="t"/>
              <a:pathLst>
                <a:path extrusionOk="0" h="25123" w="46424">
                  <a:moveTo>
                    <a:pt x="1" y="0"/>
                  </a:moveTo>
                  <a:lnTo>
                    <a:pt x="46423" y="0"/>
                  </a:lnTo>
                  <a:lnTo>
                    <a:pt x="46423" y="25122"/>
                  </a:lnTo>
                  <a:lnTo>
                    <a:pt x="1" y="25122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20"/>
            <p:cNvSpPr/>
            <p:nvPr/>
          </p:nvSpPr>
          <p:spPr>
            <a:xfrm>
              <a:off x="4420057" y="1911857"/>
              <a:ext cx="265859" cy="177239"/>
            </a:xfrm>
            <a:custGeom>
              <a:rect b="b" l="l" r="r" t="t"/>
              <a:pathLst>
                <a:path extrusionOk="0" h="4716" w="7074">
                  <a:moveTo>
                    <a:pt x="3531" y="1388"/>
                  </a:moveTo>
                  <a:cubicBezTo>
                    <a:pt x="3793" y="1388"/>
                    <a:pt x="4055" y="1560"/>
                    <a:pt x="4073" y="1906"/>
                  </a:cubicBezTo>
                  <a:cubicBezTo>
                    <a:pt x="4073" y="2096"/>
                    <a:pt x="3977" y="2263"/>
                    <a:pt x="3835" y="2358"/>
                  </a:cubicBezTo>
                  <a:lnTo>
                    <a:pt x="3835" y="2775"/>
                  </a:lnTo>
                  <a:cubicBezTo>
                    <a:pt x="3835" y="2971"/>
                    <a:pt x="3686" y="3069"/>
                    <a:pt x="3537" y="3069"/>
                  </a:cubicBezTo>
                  <a:cubicBezTo>
                    <a:pt x="3388" y="3069"/>
                    <a:pt x="3239" y="2971"/>
                    <a:pt x="3239" y="2775"/>
                  </a:cubicBezTo>
                  <a:lnTo>
                    <a:pt x="3239" y="2358"/>
                  </a:lnTo>
                  <a:cubicBezTo>
                    <a:pt x="3073" y="2263"/>
                    <a:pt x="2989" y="2096"/>
                    <a:pt x="2989" y="1906"/>
                  </a:cubicBezTo>
                  <a:cubicBezTo>
                    <a:pt x="3007" y="1560"/>
                    <a:pt x="3269" y="1388"/>
                    <a:pt x="3531" y="1388"/>
                  </a:cubicBezTo>
                  <a:close/>
                  <a:moveTo>
                    <a:pt x="739" y="1"/>
                  </a:moveTo>
                  <a:cubicBezTo>
                    <a:pt x="334" y="1"/>
                    <a:pt x="1" y="334"/>
                    <a:pt x="1" y="751"/>
                  </a:cubicBezTo>
                  <a:lnTo>
                    <a:pt x="1" y="3977"/>
                  </a:lnTo>
                  <a:cubicBezTo>
                    <a:pt x="1" y="4382"/>
                    <a:pt x="334" y="4715"/>
                    <a:pt x="739" y="4715"/>
                  </a:cubicBezTo>
                  <a:lnTo>
                    <a:pt x="6323" y="4715"/>
                  </a:lnTo>
                  <a:cubicBezTo>
                    <a:pt x="6740" y="4715"/>
                    <a:pt x="7073" y="4382"/>
                    <a:pt x="7073" y="3977"/>
                  </a:cubicBezTo>
                  <a:lnTo>
                    <a:pt x="7073" y="751"/>
                  </a:lnTo>
                  <a:cubicBezTo>
                    <a:pt x="7073" y="334"/>
                    <a:pt x="6740" y="1"/>
                    <a:pt x="63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20"/>
            <p:cNvSpPr/>
            <p:nvPr/>
          </p:nvSpPr>
          <p:spPr>
            <a:xfrm>
              <a:off x="4467035" y="1814330"/>
              <a:ext cx="171865" cy="97564"/>
            </a:xfrm>
            <a:custGeom>
              <a:rect b="b" l="l" r="r" t="t"/>
              <a:pathLst>
                <a:path extrusionOk="0" h="2596" w="4573">
                  <a:moveTo>
                    <a:pt x="2287" y="0"/>
                  </a:moveTo>
                  <a:cubicBezTo>
                    <a:pt x="1025" y="0"/>
                    <a:pt x="1" y="1024"/>
                    <a:pt x="1" y="2286"/>
                  </a:cubicBezTo>
                  <a:lnTo>
                    <a:pt x="1" y="2596"/>
                  </a:lnTo>
                  <a:lnTo>
                    <a:pt x="644" y="2596"/>
                  </a:lnTo>
                  <a:lnTo>
                    <a:pt x="644" y="2286"/>
                  </a:lnTo>
                  <a:cubicBezTo>
                    <a:pt x="608" y="1357"/>
                    <a:pt x="1358" y="583"/>
                    <a:pt x="2287" y="583"/>
                  </a:cubicBezTo>
                  <a:cubicBezTo>
                    <a:pt x="3216" y="583"/>
                    <a:pt x="3966" y="1357"/>
                    <a:pt x="3942" y="2286"/>
                  </a:cubicBezTo>
                  <a:lnTo>
                    <a:pt x="3942" y="2596"/>
                  </a:lnTo>
                  <a:lnTo>
                    <a:pt x="4573" y="2596"/>
                  </a:lnTo>
                  <a:lnTo>
                    <a:pt x="4573" y="2286"/>
                  </a:lnTo>
                  <a:cubicBezTo>
                    <a:pt x="4573" y="1024"/>
                    <a:pt x="3549" y="0"/>
                    <a:pt x="22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20"/>
            <p:cNvSpPr/>
            <p:nvPr/>
          </p:nvSpPr>
          <p:spPr>
            <a:xfrm>
              <a:off x="4286263" y="1645622"/>
              <a:ext cx="532544" cy="665173"/>
            </a:xfrm>
            <a:custGeom>
              <a:rect b="b" l="l" r="r" t="t"/>
              <a:pathLst>
                <a:path extrusionOk="0" h="17699" w="14170">
                  <a:moveTo>
                    <a:pt x="7085" y="1548"/>
                  </a:moveTo>
                  <a:cubicBezTo>
                    <a:pt x="7213" y="1548"/>
                    <a:pt x="7341" y="1572"/>
                    <a:pt x="7466" y="1620"/>
                  </a:cubicBezTo>
                  <a:lnTo>
                    <a:pt x="12217" y="3358"/>
                  </a:lnTo>
                  <a:cubicBezTo>
                    <a:pt x="12645" y="3513"/>
                    <a:pt x="12931" y="3929"/>
                    <a:pt x="12931" y="4406"/>
                  </a:cubicBezTo>
                  <a:lnTo>
                    <a:pt x="12931" y="8442"/>
                  </a:lnTo>
                  <a:cubicBezTo>
                    <a:pt x="12931" y="11907"/>
                    <a:pt x="10728" y="15050"/>
                    <a:pt x="7430" y="16098"/>
                  </a:cubicBezTo>
                  <a:cubicBezTo>
                    <a:pt x="7323" y="16133"/>
                    <a:pt x="7210" y="16151"/>
                    <a:pt x="7097" y="16151"/>
                  </a:cubicBezTo>
                  <a:cubicBezTo>
                    <a:pt x="6984" y="16151"/>
                    <a:pt x="6871" y="16133"/>
                    <a:pt x="6764" y="16098"/>
                  </a:cubicBezTo>
                  <a:cubicBezTo>
                    <a:pt x="3465" y="15050"/>
                    <a:pt x="1263" y="11907"/>
                    <a:pt x="1263" y="8442"/>
                  </a:cubicBezTo>
                  <a:lnTo>
                    <a:pt x="1263" y="4394"/>
                  </a:lnTo>
                  <a:cubicBezTo>
                    <a:pt x="1251" y="3929"/>
                    <a:pt x="1549" y="3513"/>
                    <a:pt x="1977" y="3358"/>
                  </a:cubicBezTo>
                  <a:lnTo>
                    <a:pt x="6704" y="1620"/>
                  </a:lnTo>
                  <a:cubicBezTo>
                    <a:pt x="6829" y="1572"/>
                    <a:pt x="6957" y="1548"/>
                    <a:pt x="7085" y="1548"/>
                  </a:cubicBezTo>
                  <a:close/>
                  <a:moveTo>
                    <a:pt x="7091" y="0"/>
                  </a:moveTo>
                  <a:cubicBezTo>
                    <a:pt x="6960" y="0"/>
                    <a:pt x="6829" y="24"/>
                    <a:pt x="6704" y="72"/>
                  </a:cubicBezTo>
                  <a:lnTo>
                    <a:pt x="727" y="2263"/>
                  </a:lnTo>
                  <a:cubicBezTo>
                    <a:pt x="298" y="2417"/>
                    <a:pt x="1" y="2834"/>
                    <a:pt x="1" y="3298"/>
                  </a:cubicBezTo>
                  <a:lnTo>
                    <a:pt x="1" y="8359"/>
                  </a:lnTo>
                  <a:cubicBezTo>
                    <a:pt x="13" y="12561"/>
                    <a:pt x="2692" y="16348"/>
                    <a:pt x="6692" y="17634"/>
                  </a:cubicBezTo>
                  <a:lnTo>
                    <a:pt x="6752" y="17645"/>
                  </a:lnTo>
                  <a:cubicBezTo>
                    <a:pt x="6859" y="17681"/>
                    <a:pt x="6972" y="17699"/>
                    <a:pt x="7086" y="17699"/>
                  </a:cubicBezTo>
                  <a:cubicBezTo>
                    <a:pt x="7201" y="17699"/>
                    <a:pt x="7317" y="17681"/>
                    <a:pt x="7430" y="17645"/>
                  </a:cubicBezTo>
                  <a:lnTo>
                    <a:pt x="7502" y="17634"/>
                  </a:lnTo>
                  <a:cubicBezTo>
                    <a:pt x="11502" y="16348"/>
                    <a:pt x="14169" y="12561"/>
                    <a:pt x="14169" y="8359"/>
                  </a:cubicBezTo>
                  <a:lnTo>
                    <a:pt x="14169" y="3298"/>
                  </a:lnTo>
                  <a:cubicBezTo>
                    <a:pt x="14169" y="2822"/>
                    <a:pt x="13883" y="2405"/>
                    <a:pt x="13443" y="2251"/>
                  </a:cubicBezTo>
                  <a:lnTo>
                    <a:pt x="7478" y="72"/>
                  </a:lnTo>
                  <a:cubicBezTo>
                    <a:pt x="7353" y="24"/>
                    <a:pt x="7222" y="0"/>
                    <a:pt x="70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20"/>
            <p:cNvSpPr/>
            <p:nvPr/>
          </p:nvSpPr>
          <p:spPr>
            <a:xfrm>
              <a:off x="3394017" y="2522196"/>
              <a:ext cx="2327334" cy="177239"/>
            </a:xfrm>
            <a:custGeom>
              <a:rect b="b" l="l" r="r" t="t"/>
              <a:pathLst>
                <a:path extrusionOk="0" h="4716" w="61926">
                  <a:moveTo>
                    <a:pt x="1" y="1"/>
                  </a:moveTo>
                  <a:cubicBezTo>
                    <a:pt x="1" y="2608"/>
                    <a:pt x="2120" y="4716"/>
                    <a:pt x="4716" y="4716"/>
                  </a:cubicBezTo>
                  <a:lnTo>
                    <a:pt x="57210" y="4716"/>
                  </a:lnTo>
                  <a:cubicBezTo>
                    <a:pt x="59818" y="4716"/>
                    <a:pt x="61925" y="2608"/>
                    <a:pt x="6192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20"/>
            <p:cNvSpPr/>
            <p:nvPr/>
          </p:nvSpPr>
          <p:spPr>
            <a:xfrm>
              <a:off x="3412808" y="2522196"/>
              <a:ext cx="2327334" cy="177239"/>
            </a:xfrm>
            <a:custGeom>
              <a:rect b="b" l="l" r="r" t="t"/>
              <a:pathLst>
                <a:path extrusionOk="0" h="4716" w="61926">
                  <a:moveTo>
                    <a:pt x="61925" y="1"/>
                  </a:moveTo>
                  <a:cubicBezTo>
                    <a:pt x="61925" y="2608"/>
                    <a:pt x="59818" y="4716"/>
                    <a:pt x="57210" y="4716"/>
                  </a:cubicBezTo>
                  <a:lnTo>
                    <a:pt x="4716" y="4716"/>
                  </a:lnTo>
                  <a:cubicBezTo>
                    <a:pt x="2120" y="4716"/>
                    <a:pt x="1" y="2608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0"/>
            <p:cNvSpPr/>
            <p:nvPr/>
          </p:nvSpPr>
          <p:spPr>
            <a:xfrm>
              <a:off x="3412808" y="2522196"/>
              <a:ext cx="2102703" cy="137853"/>
            </a:xfrm>
            <a:custGeom>
              <a:rect b="b" l="l" r="r" t="t"/>
              <a:pathLst>
                <a:path extrusionOk="0" h="3668" w="55949">
                  <a:moveTo>
                    <a:pt x="1" y="1"/>
                  </a:moveTo>
                  <a:cubicBezTo>
                    <a:pt x="1" y="1418"/>
                    <a:pt x="644" y="2775"/>
                    <a:pt x="1751" y="3668"/>
                  </a:cubicBezTo>
                  <a:lnTo>
                    <a:pt x="53341" y="3668"/>
                  </a:lnTo>
                  <a:cubicBezTo>
                    <a:pt x="53436" y="3668"/>
                    <a:pt x="53531" y="3656"/>
                    <a:pt x="53615" y="3656"/>
                  </a:cubicBezTo>
                  <a:cubicBezTo>
                    <a:pt x="55948" y="3525"/>
                    <a:pt x="55793" y="1"/>
                    <a:pt x="534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20"/>
            <p:cNvSpPr/>
            <p:nvPr/>
          </p:nvSpPr>
          <p:spPr>
            <a:xfrm>
              <a:off x="4986575" y="1260364"/>
              <a:ext cx="673892" cy="673892"/>
            </a:xfrm>
            <a:custGeom>
              <a:rect b="b" l="l" r="r" t="t"/>
              <a:pathLst>
                <a:path extrusionOk="0" h="17931" w="17931">
                  <a:moveTo>
                    <a:pt x="8965" y="0"/>
                  </a:moveTo>
                  <a:cubicBezTo>
                    <a:pt x="4012" y="0"/>
                    <a:pt x="0" y="4013"/>
                    <a:pt x="0" y="8966"/>
                  </a:cubicBezTo>
                  <a:cubicBezTo>
                    <a:pt x="0" y="13919"/>
                    <a:pt x="4012" y="17931"/>
                    <a:pt x="8965" y="17931"/>
                  </a:cubicBezTo>
                  <a:cubicBezTo>
                    <a:pt x="13918" y="17931"/>
                    <a:pt x="17931" y="13919"/>
                    <a:pt x="17931" y="8966"/>
                  </a:cubicBezTo>
                  <a:cubicBezTo>
                    <a:pt x="17931" y="4013"/>
                    <a:pt x="13918" y="0"/>
                    <a:pt x="896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0"/>
            <p:cNvSpPr/>
            <p:nvPr/>
          </p:nvSpPr>
          <p:spPr>
            <a:xfrm>
              <a:off x="5020550" y="1315385"/>
              <a:ext cx="584896" cy="584896"/>
            </a:xfrm>
            <a:custGeom>
              <a:rect b="b" l="l" r="r" t="t"/>
              <a:pathLst>
                <a:path extrusionOk="0" h="15563" w="15563">
                  <a:moveTo>
                    <a:pt x="15527" y="7502"/>
                  </a:moveTo>
                  <a:cubicBezTo>
                    <a:pt x="15527" y="10526"/>
                    <a:pt x="13705" y="13252"/>
                    <a:pt x="10919" y="14407"/>
                  </a:cubicBezTo>
                  <a:cubicBezTo>
                    <a:pt x="8121" y="15562"/>
                    <a:pt x="4906" y="14919"/>
                    <a:pt x="2775" y="12788"/>
                  </a:cubicBezTo>
                  <a:cubicBezTo>
                    <a:pt x="632" y="10645"/>
                    <a:pt x="1" y="7430"/>
                    <a:pt x="1156" y="4644"/>
                  </a:cubicBezTo>
                  <a:cubicBezTo>
                    <a:pt x="2311" y="1846"/>
                    <a:pt x="5037" y="24"/>
                    <a:pt x="8061" y="24"/>
                  </a:cubicBezTo>
                  <a:cubicBezTo>
                    <a:pt x="12193" y="1"/>
                    <a:pt x="15562" y="3358"/>
                    <a:pt x="15527" y="7502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20"/>
            <p:cNvSpPr/>
            <p:nvPr/>
          </p:nvSpPr>
          <p:spPr>
            <a:xfrm>
              <a:off x="5159267" y="1417872"/>
              <a:ext cx="287318" cy="245639"/>
            </a:xfrm>
            <a:custGeom>
              <a:rect b="b" l="l" r="r" t="t"/>
              <a:pathLst>
                <a:path extrusionOk="0" h="6536" w="7645">
                  <a:moveTo>
                    <a:pt x="4392" y="0"/>
                  </a:moveTo>
                  <a:cubicBezTo>
                    <a:pt x="4385" y="0"/>
                    <a:pt x="4378" y="0"/>
                    <a:pt x="4370" y="0"/>
                  </a:cubicBezTo>
                  <a:cubicBezTo>
                    <a:pt x="1453" y="0"/>
                    <a:pt x="1" y="3512"/>
                    <a:pt x="2061" y="5572"/>
                  </a:cubicBezTo>
                  <a:cubicBezTo>
                    <a:pt x="2722" y="6238"/>
                    <a:pt x="3538" y="6535"/>
                    <a:pt x="4339" y="6535"/>
                  </a:cubicBezTo>
                  <a:cubicBezTo>
                    <a:pt x="6018" y="6535"/>
                    <a:pt x="7633" y="5229"/>
                    <a:pt x="7633" y="3262"/>
                  </a:cubicBezTo>
                  <a:cubicBezTo>
                    <a:pt x="7645" y="1460"/>
                    <a:pt x="6192" y="0"/>
                    <a:pt x="43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20"/>
            <p:cNvSpPr/>
            <p:nvPr/>
          </p:nvSpPr>
          <p:spPr>
            <a:xfrm>
              <a:off x="5100676" y="1668886"/>
              <a:ext cx="445240" cy="209222"/>
            </a:xfrm>
            <a:custGeom>
              <a:rect b="b" l="l" r="r" t="t"/>
              <a:pathLst>
                <a:path extrusionOk="0" h="5567" w="11847">
                  <a:moveTo>
                    <a:pt x="3977" y="1"/>
                  </a:moveTo>
                  <a:cubicBezTo>
                    <a:pt x="2393" y="429"/>
                    <a:pt x="1000" y="1358"/>
                    <a:pt x="0" y="2656"/>
                  </a:cubicBezTo>
                  <a:cubicBezTo>
                    <a:pt x="1500" y="4596"/>
                    <a:pt x="3715" y="5567"/>
                    <a:pt x="5928" y="5567"/>
                  </a:cubicBezTo>
                  <a:cubicBezTo>
                    <a:pt x="8141" y="5567"/>
                    <a:pt x="10353" y="4596"/>
                    <a:pt x="11847" y="2656"/>
                  </a:cubicBezTo>
                  <a:cubicBezTo>
                    <a:pt x="10847" y="1358"/>
                    <a:pt x="9454" y="429"/>
                    <a:pt x="7870" y="1"/>
                  </a:cubicBezTo>
                  <a:cubicBezTo>
                    <a:pt x="7251" y="274"/>
                    <a:pt x="6587" y="411"/>
                    <a:pt x="5923" y="411"/>
                  </a:cubicBezTo>
                  <a:cubicBezTo>
                    <a:pt x="5260" y="411"/>
                    <a:pt x="4596" y="274"/>
                    <a:pt x="39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20"/>
            <p:cNvSpPr/>
            <p:nvPr/>
          </p:nvSpPr>
          <p:spPr>
            <a:xfrm>
              <a:off x="5198653" y="1498411"/>
              <a:ext cx="248383" cy="84824"/>
            </a:xfrm>
            <a:custGeom>
              <a:rect b="b" l="l" r="r" t="t"/>
              <a:pathLst>
                <a:path extrusionOk="0" h="2257" w="6609">
                  <a:moveTo>
                    <a:pt x="1203" y="905"/>
                  </a:moveTo>
                  <a:cubicBezTo>
                    <a:pt x="1207" y="905"/>
                    <a:pt x="1211" y="905"/>
                    <a:pt x="1215" y="905"/>
                  </a:cubicBezTo>
                  <a:lnTo>
                    <a:pt x="2751" y="905"/>
                  </a:lnTo>
                  <a:lnTo>
                    <a:pt x="2751" y="1310"/>
                  </a:lnTo>
                  <a:cubicBezTo>
                    <a:pt x="2751" y="1334"/>
                    <a:pt x="2739" y="1358"/>
                    <a:pt x="2715" y="1381"/>
                  </a:cubicBezTo>
                  <a:lnTo>
                    <a:pt x="2668" y="1429"/>
                  </a:lnTo>
                  <a:cubicBezTo>
                    <a:pt x="2587" y="1510"/>
                    <a:pt x="2473" y="1558"/>
                    <a:pt x="2360" y="1558"/>
                  </a:cubicBezTo>
                  <a:cubicBezTo>
                    <a:pt x="2306" y="1558"/>
                    <a:pt x="2253" y="1547"/>
                    <a:pt x="2203" y="1524"/>
                  </a:cubicBezTo>
                  <a:lnTo>
                    <a:pt x="1167" y="1108"/>
                  </a:lnTo>
                  <a:cubicBezTo>
                    <a:pt x="1052" y="1073"/>
                    <a:pt x="1082" y="905"/>
                    <a:pt x="1203" y="905"/>
                  </a:cubicBezTo>
                  <a:close/>
                  <a:moveTo>
                    <a:pt x="5406" y="905"/>
                  </a:moveTo>
                  <a:cubicBezTo>
                    <a:pt x="5525" y="905"/>
                    <a:pt x="5549" y="1072"/>
                    <a:pt x="5442" y="1108"/>
                  </a:cubicBezTo>
                  <a:lnTo>
                    <a:pt x="4418" y="1524"/>
                  </a:lnTo>
                  <a:cubicBezTo>
                    <a:pt x="4364" y="1547"/>
                    <a:pt x="4309" y="1558"/>
                    <a:pt x="4253" y="1558"/>
                  </a:cubicBezTo>
                  <a:cubicBezTo>
                    <a:pt x="4136" y="1558"/>
                    <a:pt x="4022" y="1510"/>
                    <a:pt x="3942" y="1429"/>
                  </a:cubicBezTo>
                  <a:lnTo>
                    <a:pt x="3894" y="1381"/>
                  </a:lnTo>
                  <a:cubicBezTo>
                    <a:pt x="3870" y="1358"/>
                    <a:pt x="3858" y="1334"/>
                    <a:pt x="3858" y="1310"/>
                  </a:cubicBezTo>
                  <a:lnTo>
                    <a:pt x="3858" y="905"/>
                  </a:lnTo>
                  <a:close/>
                  <a:moveTo>
                    <a:pt x="36" y="0"/>
                  </a:moveTo>
                  <a:cubicBezTo>
                    <a:pt x="13" y="143"/>
                    <a:pt x="1" y="274"/>
                    <a:pt x="1" y="417"/>
                  </a:cubicBezTo>
                  <a:lnTo>
                    <a:pt x="1" y="1179"/>
                  </a:lnTo>
                  <a:lnTo>
                    <a:pt x="2132" y="2179"/>
                  </a:lnTo>
                  <a:cubicBezTo>
                    <a:pt x="2249" y="2231"/>
                    <a:pt x="2373" y="2256"/>
                    <a:pt x="2496" y="2256"/>
                  </a:cubicBezTo>
                  <a:cubicBezTo>
                    <a:pt x="2686" y="2256"/>
                    <a:pt x="2873" y="2195"/>
                    <a:pt x="3025" y="2072"/>
                  </a:cubicBezTo>
                  <a:lnTo>
                    <a:pt x="3299" y="1846"/>
                  </a:lnTo>
                  <a:lnTo>
                    <a:pt x="3584" y="2072"/>
                  </a:lnTo>
                  <a:cubicBezTo>
                    <a:pt x="3736" y="2195"/>
                    <a:pt x="3923" y="2256"/>
                    <a:pt x="4110" y="2256"/>
                  </a:cubicBezTo>
                  <a:cubicBezTo>
                    <a:pt x="4232" y="2256"/>
                    <a:pt x="4353" y="2231"/>
                    <a:pt x="4465" y="2179"/>
                  </a:cubicBezTo>
                  <a:lnTo>
                    <a:pt x="6609" y="1179"/>
                  </a:lnTo>
                  <a:lnTo>
                    <a:pt x="6609" y="417"/>
                  </a:lnTo>
                  <a:cubicBezTo>
                    <a:pt x="6609" y="286"/>
                    <a:pt x="6597" y="143"/>
                    <a:pt x="658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20"/>
            <p:cNvSpPr/>
            <p:nvPr/>
          </p:nvSpPr>
          <p:spPr>
            <a:xfrm>
              <a:off x="5031750" y="1438881"/>
              <a:ext cx="448848" cy="449299"/>
            </a:xfrm>
            <a:custGeom>
              <a:rect b="b" l="l" r="r" t="t"/>
              <a:pathLst>
                <a:path extrusionOk="0" h="11955" w="11943">
                  <a:moveTo>
                    <a:pt x="1036" y="1"/>
                  </a:moveTo>
                  <a:lnTo>
                    <a:pt x="1" y="1037"/>
                  </a:lnTo>
                  <a:lnTo>
                    <a:pt x="10907" y="11955"/>
                  </a:lnTo>
                  <a:lnTo>
                    <a:pt x="11943" y="10919"/>
                  </a:lnTo>
                  <a:lnTo>
                    <a:pt x="103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0"/>
            <p:cNvSpPr/>
            <p:nvPr/>
          </p:nvSpPr>
          <p:spPr>
            <a:xfrm>
              <a:off x="4139579" y="1290543"/>
              <a:ext cx="56148" cy="44911"/>
            </a:xfrm>
            <a:custGeom>
              <a:rect b="b" l="l" r="r" t="t"/>
              <a:pathLst>
                <a:path extrusionOk="0" h="1195" w="1494">
                  <a:moveTo>
                    <a:pt x="812" y="0"/>
                  </a:moveTo>
                  <a:cubicBezTo>
                    <a:pt x="312" y="0"/>
                    <a:pt x="1" y="628"/>
                    <a:pt x="391" y="1019"/>
                  </a:cubicBezTo>
                  <a:cubicBezTo>
                    <a:pt x="514" y="1142"/>
                    <a:pt x="660" y="1195"/>
                    <a:pt x="803" y="1195"/>
                  </a:cubicBezTo>
                  <a:cubicBezTo>
                    <a:pt x="1159" y="1195"/>
                    <a:pt x="1493" y="864"/>
                    <a:pt x="1392" y="447"/>
                  </a:cubicBezTo>
                  <a:cubicBezTo>
                    <a:pt x="1344" y="233"/>
                    <a:pt x="1177" y="66"/>
                    <a:pt x="963" y="19"/>
                  </a:cubicBezTo>
                  <a:cubicBezTo>
                    <a:pt x="911" y="6"/>
                    <a:pt x="861" y="0"/>
                    <a:pt x="81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20"/>
            <p:cNvSpPr/>
            <p:nvPr/>
          </p:nvSpPr>
          <p:spPr>
            <a:xfrm>
              <a:off x="4342261" y="1290543"/>
              <a:ext cx="56036" cy="44911"/>
            </a:xfrm>
            <a:custGeom>
              <a:rect b="b" l="l" r="r" t="t"/>
              <a:pathLst>
                <a:path extrusionOk="0" h="1195" w="1491">
                  <a:moveTo>
                    <a:pt x="801" y="0"/>
                  </a:moveTo>
                  <a:cubicBezTo>
                    <a:pt x="303" y="0"/>
                    <a:pt x="0" y="628"/>
                    <a:pt x="380" y="1019"/>
                  </a:cubicBezTo>
                  <a:cubicBezTo>
                    <a:pt x="503" y="1142"/>
                    <a:pt x="650" y="1195"/>
                    <a:pt x="794" y="1195"/>
                  </a:cubicBezTo>
                  <a:cubicBezTo>
                    <a:pt x="1152" y="1195"/>
                    <a:pt x="1491" y="864"/>
                    <a:pt x="1380" y="447"/>
                  </a:cubicBezTo>
                  <a:cubicBezTo>
                    <a:pt x="1333" y="233"/>
                    <a:pt x="1166" y="66"/>
                    <a:pt x="952" y="19"/>
                  </a:cubicBezTo>
                  <a:cubicBezTo>
                    <a:pt x="900" y="6"/>
                    <a:pt x="850" y="0"/>
                    <a:pt x="80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20"/>
            <p:cNvSpPr/>
            <p:nvPr/>
          </p:nvSpPr>
          <p:spPr>
            <a:xfrm>
              <a:off x="4544530" y="1290543"/>
              <a:ext cx="56148" cy="44911"/>
            </a:xfrm>
            <a:custGeom>
              <a:rect b="b" l="l" r="r" t="t"/>
              <a:pathLst>
                <a:path extrusionOk="0" h="1195" w="1494">
                  <a:moveTo>
                    <a:pt x="801" y="0"/>
                  </a:moveTo>
                  <a:cubicBezTo>
                    <a:pt x="303" y="0"/>
                    <a:pt x="1" y="628"/>
                    <a:pt x="392" y="1019"/>
                  </a:cubicBezTo>
                  <a:cubicBezTo>
                    <a:pt x="514" y="1142"/>
                    <a:pt x="661" y="1195"/>
                    <a:pt x="803" y="1195"/>
                  </a:cubicBezTo>
                  <a:cubicBezTo>
                    <a:pt x="1159" y="1195"/>
                    <a:pt x="1494" y="864"/>
                    <a:pt x="1392" y="447"/>
                  </a:cubicBezTo>
                  <a:cubicBezTo>
                    <a:pt x="1332" y="233"/>
                    <a:pt x="1165" y="66"/>
                    <a:pt x="951" y="19"/>
                  </a:cubicBezTo>
                  <a:cubicBezTo>
                    <a:pt x="899" y="6"/>
                    <a:pt x="849" y="0"/>
                    <a:pt x="80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20"/>
            <p:cNvSpPr/>
            <p:nvPr/>
          </p:nvSpPr>
          <p:spPr>
            <a:xfrm>
              <a:off x="4746799" y="1290543"/>
              <a:ext cx="56148" cy="44911"/>
            </a:xfrm>
            <a:custGeom>
              <a:rect b="b" l="l" r="r" t="t"/>
              <a:pathLst>
                <a:path extrusionOk="0" h="1195" w="1494">
                  <a:moveTo>
                    <a:pt x="809" y="0"/>
                  </a:moveTo>
                  <a:cubicBezTo>
                    <a:pt x="302" y="0"/>
                    <a:pt x="1" y="628"/>
                    <a:pt x="391" y="1019"/>
                  </a:cubicBezTo>
                  <a:cubicBezTo>
                    <a:pt x="514" y="1142"/>
                    <a:pt x="660" y="1195"/>
                    <a:pt x="803" y="1195"/>
                  </a:cubicBezTo>
                  <a:cubicBezTo>
                    <a:pt x="1159" y="1195"/>
                    <a:pt x="1493" y="864"/>
                    <a:pt x="1391" y="447"/>
                  </a:cubicBezTo>
                  <a:cubicBezTo>
                    <a:pt x="1332" y="233"/>
                    <a:pt x="1165" y="66"/>
                    <a:pt x="963" y="19"/>
                  </a:cubicBezTo>
                  <a:cubicBezTo>
                    <a:pt x="910" y="6"/>
                    <a:pt x="859" y="0"/>
                    <a:pt x="80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20"/>
            <p:cNvSpPr/>
            <p:nvPr/>
          </p:nvSpPr>
          <p:spPr>
            <a:xfrm>
              <a:off x="4169945" y="1138634"/>
              <a:ext cx="38" cy="174571"/>
            </a:xfrm>
            <a:custGeom>
              <a:rect b="b" l="l" r="r" t="t"/>
              <a:pathLst>
                <a:path extrusionOk="0" fill="none" h="4645" w="1">
                  <a:moveTo>
                    <a:pt x="0" y="4644"/>
                  </a:moveTo>
                  <a:lnTo>
                    <a:pt x="0" y="1"/>
                  </a:lnTo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20"/>
            <p:cNvSpPr/>
            <p:nvPr/>
          </p:nvSpPr>
          <p:spPr>
            <a:xfrm>
              <a:off x="4372628" y="1138634"/>
              <a:ext cx="38" cy="174571"/>
            </a:xfrm>
            <a:custGeom>
              <a:rect b="b" l="l" r="r" t="t"/>
              <a:pathLst>
                <a:path extrusionOk="0" fill="none" h="4645" w="1">
                  <a:moveTo>
                    <a:pt x="1" y="4644"/>
                  </a:moveTo>
                  <a:lnTo>
                    <a:pt x="1" y="1"/>
                  </a:lnTo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0"/>
            <p:cNvSpPr/>
            <p:nvPr/>
          </p:nvSpPr>
          <p:spPr>
            <a:xfrm>
              <a:off x="4574897" y="1138634"/>
              <a:ext cx="38" cy="174571"/>
            </a:xfrm>
            <a:custGeom>
              <a:rect b="b" l="l" r="r" t="t"/>
              <a:pathLst>
                <a:path extrusionOk="0" fill="none" h="4645" w="1">
                  <a:moveTo>
                    <a:pt x="0" y="4644"/>
                  </a:moveTo>
                  <a:lnTo>
                    <a:pt x="0" y="1"/>
                  </a:lnTo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0"/>
            <p:cNvSpPr/>
            <p:nvPr/>
          </p:nvSpPr>
          <p:spPr>
            <a:xfrm>
              <a:off x="4777579" y="1138634"/>
              <a:ext cx="38" cy="174571"/>
            </a:xfrm>
            <a:custGeom>
              <a:rect b="b" l="l" r="r" t="t"/>
              <a:pathLst>
                <a:path extrusionOk="0" fill="none" h="4645" w="1">
                  <a:moveTo>
                    <a:pt x="1" y="4644"/>
                  </a:moveTo>
                  <a:lnTo>
                    <a:pt x="1" y="1"/>
                  </a:lnTo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0"/>
            <p:cNvSpPr/>
            <p:nvPr/>
          </p:nvSpPr>
          <p:spPr>
            <a:xfrm>
              <a:off x="4979848" y="1138634"/>
              <a:ext cx="38" cy="174571"/>
            </a:xfrm>
            <a:custGeom>
              <a:rect b="b" l="l" r="r" t="t"/>
              <a:pathLst>
                <a:path extrusionOk="0" fill="none" h="4645" w="1">
                  <a:moveTo>
                    <a:pt x="0" y="4644"/>
                  </a:moveTo>
                  <a:lnTo>
                    <a:pt x="0" y="1"/>
                  </a:lnTo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20"/>
            <p:cNvSpPr/>
            <p:nvPr/>
          </p:nvSpPr>
          <p:spPr>
            <a:xfrm>
              <a:off x="4949068" y="1290543"/>
              <a:ext cx="56111" cy="44911"/>
            </a:xfrm>
            <a:custGeom>
              <a:rect b="b" l="l" r="r" t="t"/>
              <a:pathLst>
                <a:path extrusionOk="0" h="1195" w="1493">
                  <a:moveTo>
                    <a:pt x="812" y="0"/>
                  </a:moveTo>
                  <a:cubicBezTo>
                    <a:pt x="312" y="0"/>
                    <a:pt x="0" y="628"/>
                    <a:pt x="391" y="1019"/>
                  </a:cubicBezTo>
                  <a:cubicBezTo>
                    <a:pt x="514" y="1142"/>
                    <a:pt x="660" y="1195"/>
                    <a:pt x="803" y="1195"/>
                  </a:cubicBezTo>
                  <a:cubicBezTo>
                    <a:pt x="1158" y="1195"/>
                    <a:pt x="1493" y="864"/>
                    <a:pt x="1391" y="447"/>
                  </a:cubicBezTo>
                  <a:cubicBezTo>
                    <a:pt x="1343" y="233"/>
                    <a:pt x="1177" y="66"/>
                    <a:pt x="962" y="19"/>
                  </a:cubicBezTo>
                  <a:cubicBezTo>
                    <a:pt x="911" y="6"/>
                    <a:pt x="860" y="0"/>
                    <a:pt x="81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0"/>
            <p:cNvSpPr/>
            <p:nvPr/>
          </p:nvSpPr>
          <p:spPr>
            <a:xfrm>
              <a:off x="3304533" y="2202707"/>
              <a:ext cx="75203" cy="75203"/>
            </a:xfrm>
            <a:custGeom>
              <a:rect b="b" l="l" r="r" t="t"/>
              <a:pathLst>
                <a:path extrusionOk="0" h="2001" w="2001">
                  <a:moveTo>
                    <a:pt x="1001" y="1"/>
                  </a:moveTo>
                  <a:cubicBezTo>
                    <a:pt x="453" y="1"/>
                    <a:pt x="0" y="453"/>
                    <a:pt x="0" y="1001"/>
                  </a:cubicBezTo>
                  <a:cubicBezTo>
                    <a:pt x="0" y="1548"/>
                    <a:pt x="453" y="2001"/>
                    <a:pt x="1001" y="2001"/>
                  </a:cubicBezTo>
                  <a:cubicBezTo>
                    <a:pt x="1548" y="2001"/>
                    <a:pt x="2001" y="1548"/>
                    <a:pt x="2001" y="1001"/>
                  </a:cubicBezTo>
                  <a:cubicBezTo>
                    <a:pt x="2001" y="453"/>
                    <a:pt x="1548" y="1"/>
                    <a:pt x="10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0"/>
            <p:cNvSpPr/>
            <p:nvPr/>
          </p:nvSpPr>
          <p:spPr>
            <a:xfrm>
              <a:off x="3243687" y="2135247"/>
              <a:ext cx="196895" cy="65732"/>
            </a:xfrm>
            <a:custGeom>
              <a:rect b="b" l="l" r="r" t="t"/>
              <a:pathLst>
                <a:path extrusionOk="0" h="1749" w="5239">
                  <a:moveTo>
                    <a:pt x="661" y="1742"/>
                  </a:moveTo>
                  <a:lnTo>
                    <a:pt x="661" y="1742"/>
                  </a:lnTo>
                  <a:cubicBezTo>
                    <a:pt x="659" y="1744"/>
                    <a:pt x="657" y="1746"/>
                    <a:pt x="655" y="1748"/>
                  </a:cubicBezTo>
                  <a:lnTo>
                    <a:pt x="667" y="1748"/>
                  </a:lnTo>
                  <a:lnTo>
                    <a:pt x="661" y="1742"/>
                  </a:lnTo>
                  <a:close/>
                  <a:moveTo>
                    <a:pt x="2620" y="1"/>
                  </a:moveTo>
                  <a:cubicBezTo>
                    <a:pt x="1670" y="1"/>
                    <a:pt x="721" y="361"/>
                    <a:pt x="0" y="1081"/>
                  </a:cubicBezTo>
                  <a:lnTo>
                    <a:pt x="661" y="1742"/>
                  </a:lnTo>
                  <a:lnTo>
                    <a:pt x="661" y="1742"/>
                  </a:lnTo>
                  <a:cubicBezTo>
                    <a:pt x="1202" y="1204"/>
                    <a:pt x="1911" y="935"/>
                    <a:pt x="2620" y="935"/>
                  </a:cubicBezTo>
                  <a:cubicBezTo>
                    <a:pt x="3331" y="935"/>
                    <a:pt x="4042" y="1206"/>
                    <a:pt x="4584" y="1748"/>
                  </a:cubicBezTo>
                  <a:lnTo>
                    <a:pt x="5239" y="1081"/>
                  </a:lnTo>
                  <a:cubicBezTo>
                    <a:pt x="4519" y="361"/>
                    <a:pt x="3569" y="1"/>
                    <a:pt x="26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20"/>
            <p:cNvSpPr/>
            <p:nvPr/>
          </p:nvSpPr>
          <p:spPr>
            <a:xfrm>
              <a:off x="3202497" y="2068576"/>
              <a:ext cx="279727" cy="83170"/>
            </a:xfrm>
            <a:custGeom>
              <a:rect b="b" l="l" r="r" t="t"/>
              <a:pathLst>
                <a:path extrusionOk="0" h="2213" w="7443">
                  <a:moveTo>
                    <a:pt x="3717" y="1"/>
                  </a:moveTo>
                  <a:cubicBezTo>
                    <a:pt x="2370" y="1"/>
                    <a:pt x="1025" y="516"/>
                    <a:pt x="1" y="1546"/>
                  </a:cubicBezTo>
                  <a:lnTo>
                    <a:pt x="656" y="2212"/>
                  </a:lnTo>
                  <a:cubicBezTo>
                    <a:pt x="1501" y="1367"/>
                    <a:pt x="2608" y="944"/>
                    <a:pt x="3716" y="944"/>
                  </a:cubicBezTo>
                  <a:cubicBezTo>
                    <a:pt x="4823" y="944"/>
                    <a:pt x="5930" y="1367"/>
                    <a:pt x="6775" y="2212"/>
                  </a:cubicBezTo>
                  <a:lnTo>
                    <a:pt x="7442" y="1546"/>
                  </a:lnTo>
                  <a:cubicBezTo>
                    <a:pt x="6412" y="516"/>
                    <a:pt x="5064" y="1"/>
                    <a:pt x="37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0"/>
            <p:cNvSpPr/>
            <p:nvPr/>
          </p:nvSpPr>
          <p:spPr>
            <a:xfrm>
              <a:off x="3161344" y="1999912"/>
              <a:ext cx="361581" cy="99932"/>
            </a:xfrm>
            <a:custGeom>
              <a:rect b="b" l="l" r="r" t="t"/>
              <a:pathLst>
                <a:path extrusionOk="0" h="2659" w="9621">
                  <a:moveTo>
                    <a:pt x="661" y="2652"/>
                  </a:moveTo>
                  <a:lnTo>
                    <a:pt x="661" y="2652"/>
                  </a:lnTo>
                  <a:cubicBezTo>
                    <a:pt x="659" y="2654"/>
                    <a:pt x="657" y="2656"/>
                    <a:pt x="655" y="2658"/>
                  </a:cubicBezTo>
                  <a:lnTo>
                    <a:pt x="667" y="2658"/>
                  </a:lnTo>
                  <a:lnTo>
                    <a:pt x="661" y="2652"/>
                  </a:lnTo>
                  <a:close/>
                  <a:moveTo>
                    <a:pt x="4811" y="0"/>
                  </a:moveTo>
                  <a:cubicBezTo>
                    <a:pt x="3069" y="0"/>
                    <a:pt x="1328" y="664"/>
                    <a:pt x="0" y="1991"/>
                  </a:cubicBezTo>
                  <a:lnTo>
                    <a:pt x="661" y="2652"/>
                  </a:lnTo>
                  <a:lnTo>
                    <a:pt x="661" y="2652"/>
                  </a:lnTo>
                  <a:cubicBezTo>
                    <a:pt x="1809" y="1507"/>
                    <a:pt x="3310" y="935"/>
                    <a:pt x="4809" y="935"/>
                  </a:cubicBezTo>
                  <a:cubicBezTo>
                    <a:pt x="6311" y="935"/>
                    <a:pt x="7811" y="1509"/>
                    <a:pt x="8954" y="2658"/>
                  </a:cubicBezTo>
                  <a:lnTo>
                    <a:pt x="9621" y="1991"/>
                  </a:lnTo>
                  <a:cubicBezTo>
                    <a:pt x="8293" y="664"/>
                    <a:pt x="6552" y="0"/>
                    <a:pt x="48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20"/>
            <p:cNvSpPr/>
            <p:nvPr/>
          </p:nvSpPr>
          <p:spPr>
            <a:xfrm>
              <a:off x="6208157" y="2302940"/>
              <a:ext cx="44310" cy="44347"/>
            </a:xfrm>
            <a:custGeom>
              <a:rect b="b" l="l" r="r" t="t"/>
              <a:pathLst>
                <a:path extrusionOk="0" h="1180" w="1179">
                  <a:moveTo>
                    <a:pt x="595" y="1"/>
                  </a:moveTo>
                  <a:cubicBezTo>
                    <a:pt x="274" y="1"/>
                    <a:pt x="0" y="274"/>
                    <a:pt x="0" y="596"/>
                  </a:cubicBezTo>
                  <a:cubicBezTo>
                    <a:pt x="0" y="917"/>
                    <a:pt x="274" y="1179"/>
                    <a:pt x="595" y="1179"/>
                  </a:cubicBezTo>
                  <a:cubicBezTo>
                    <a:pt x="917" y="1179"/>
                    <a:pt x="1179" y="917"/>
                    <a:pt x="1179" y="596"/>
                  </a:cubicBezTo>
                  <a:cubicBezTo>
                    <a:pt x="1179" y="274"/>
                    <a:pt x="917" y="1"/>
                    <a:pt x="5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0"/>
            <p:cNvSpPr/>
            <p:nvPr/>
          </p:nvSpPr>
          <p:spPr>
            <a:xfrm>
              <a:off x="6172341" y="2263103"/>
              <a:ext cx="116393" cy="38973"/>
            </a:xfrm>
            <a:custGeom>
              <a:rect b="b" l="l" r="r" t="t"/>
              <a:pathLst>
                <a:path extrusionOk="0" h="1037" w="3097">
                  <a:moveTo>
                    <a:pt x="388" y="1031"/>
                  </a:moveTo>
                  <a:lnTo>
                    <a:pt x="388" y="1031"/>
                  </a:lnTo>
                  <a:cubicBezTo>
                    <a:pt x="386" y="1033"/>
                    <a:pt x="384" y="1035"/>
                    <a:pt x="382" y="1037"/>
                  </a:cubicBezTo>
                  <a:lnTo>
                    <a:pt x="394" y="1037"/>
                  </a:lnTo>
                  <a:lnTo>
                    <a:pt x="388" y="1031"/>
                  </a:lnTo>
                  <a:close/>
                  <a:moveTo>
                    <a:pt x="1548" y="1"/>
                  </a:moveTo>
                  <a:cubicBezTo>
                    <a:pt x="989" y="1"/>
                    <a:pt x="429" y="215"/>
                    <a:pt x="1" y="644"/>
                  </a:cubicBezTo>
                  <a:lnTo>
                    <a:pt x="388" y="1031"/>
                  </a:lnTo>
                  <a:lnTo>
                    <a:pt x="388" y="1031"/>
                  </a:lnTo>
                  <a:cubicBezTo>
                    <a:pt x="708" y="713"/>
                    <a:pt x="1125" y="555"/>
                    <a:pt x="1542" y="555"/>
                  </a:cubicBezTo>
                  <a:cubicBezTo>
                    <a:pt x="1962" y="555"/>
                    <a:pt x="2382" y="715"/>
                    <a:pt x="2703" y="1037"/>
                  </a:cubicBezTo>
                  <a:lnTo>
                    <a:pt x="3096" y="644"/>
                  </a:lnTo>
                  <a:cubicBezTo>
                    <a:pt x="2668" y="215"/>
                    <a:pt x="2108" y="1"/>
                    <a:pt x="15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0"/>
            <p:cNvSpPr/>
            <p:nvPr/>
          </p:nvSpPr>
          <p:spPr>
            <a:xfrm>
              <a:off x="6147724" y="2223979"/>
              <a:ext cx="165175" cy="49008"/>
            </a:xfrm>
            <a:custGeom>
              <a:rect b="b" l="l" r="r" t="t"/>
              <a:pathLst>
                <a:path extrusionOk="0" h="1304" w="4395">
                  <a:moveTo>
                    <a:pt x="2197" y="0"/>
                  </a:moveTo>
                  <a:cubicBezTo>
                    <a:pt x="1403" y="0"/>
                    <a:pt x="608" y="304"/>
                    <a:pt x="1" y="911"/>
                  </a:cubicBezTo>
                  <a:lnTo>
                    <a:pt x="394" y="1304"/>
                  </a:lnTo>
                  <a:cubicBezTo>
                    <a:pt x="894" y="804"/>
                    <a:pt x="1549" y="554"/>
                    <a:pt x="2203" y="554"/>
                  </a:cubicBezTo>
                  <a:cubicBezTo>
                    <a:pt x="2858" y="554"/>
                    <a:pt x="3513" y="804"/>
                    <a:pt x="4013" y="1304"/>
                  </a:cubicBezTo>
                  <a:lnTo>
                    <a:pt x="4394" y="911"/>
                  </a:lnTo>
                  <a:cubicBezTo>
                    <a:pt x="3787" y="304"/>
                    <a:pt x="2992" y="0"/>
                    <a:pt x="21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20"/>
            <p:cNvSpPr/>
            <p:nvPr/>
          </p:nvSpPr>
          <p:spPr>
            <a:xfrm>
              <a:off x="6123559" y="2183014"/>
              <a:ext cx="213920" cy="59117"/>
            </a:xfrm>
            <a:custGeom>
              <a:rect b="b" l="l" r="r" t="t"/>
              <a:pathLst>
                <a:path extrusionOk="0" h="1573" w="5692">
                  <a:moveTo>
                    <a:pt x="2846" y="1"/>
                  </a:moveTo>
                  <a:cubicBezTo>
                    <a:pt x="1817" y="1"/>
                    <a:pt x="787" y="394"/>
                    <a:pt x="1" y="1179"/>
                  </a:cubicBezTo>
                  <a:lnTo>
                    <a:pt x="394" y="1572"/>
                  </a:lnTo>
                  <a:cubicBezTo>
                    <a:pt x="1072" y="894"/>
                    <a:pt x="1959" y="554"/>
                    <a:pt x="2846" y="554"/>
                  </a:cubicBezTo>
                  <a:cubicBezTo>
                    <a:pt x="3733" y="554"/>
                    <a:pt x="4620" y="894"/>
                    <a:pt x="5299" y="1572"/>
                  </a:cubicBezTo>
                  <a:lnTo>
                    <a:pt x="5692" y="1179"/>
                  </a:lnTo>
                  <a:cubicBezTo>
                    <a:pt x="4906" y="394"/>
                    <a:pt x="3876" y="1"/>
                    <a:pt x="28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0"/>
            <p:cNvSpPr/>
            <p:nvPr/>
          </p:nvSpPr>
          <p:spPr>
            <a:xfrm>
              <a:off x="3003835" y="1748974"/>
              <a:ext cx="168745" cy="172316"/>
            </a:xfrm>
            <a:custGeom>
              <a:rect b="b" l="l" r="r" t="t"/>
              <a:pathLst>
                <a:path extrusionOk="0" h="4585" w="4490">
                  <a:moveTo>
                    <a:pt x="2239" y="394"/>
                  </a:moveTo>
                  <a:cubicBezTo>
                    <a:pt x="2822" y="394"/>
                    <a:pt x="3287" y="870"/>
                    <a:pt x="3287" y="1441"/>
                  </a:cubicBezTo>
                  <a:lnTo>
                    <a:pt x="3287" y="1596"/>
                  </a:lnTo>
                  <a:lnTo>
                    <a:pt x="1203" y="1596"/>
                  </a:lnTo>
                  <a:lnTo>
                    <a:pt x="1191" y="1441"/>
                  </a:lnTo>
                  <a:cubicBezTo>
                    <a:pt x="1191" y="870"/>
                    <a:pt x="1655" y="394"/>
                    <a:pt x="2239" y="394"/>
                  </a:cubicBezTo>
                  <a:close/>
                  <a:moveTo>
                    <a:pt x="2239" y="2462"/>
                  </a:moveTo>
                  <a:cubicBezTo>
                    <a:pt x="2411" y="2462"/>
                    <a:pt x="2584" y="2578"/>
                    <a:pt x="2584" y="2811"/>
                  </a:cubicBezTo>
                  <a:cubicBezTo>
                    <a:pt x="2584" y="2918"/>
                    <a:pt x="2525" y="3025"/>
                    <a:pt x="2429" y="3096"/>
                  </a:cubicBezTo>
                  <a:lnTo>
                    <a:pt x="2429" y="3358"/>
                  </a:lnTo>
                  <a:cubicBezTo>
                    <a:pt x="2441" y="3495"/>
                    <a:pt x="2340" y="3564"/>
                    <a:pt x="2239" y="3564"/>
                  </a:cubicBezTo>
                  <a:cubicBezTo>
                    <a:pt x="2138" y="3564"/>
                    <a:pt x="2036" y="3495"/>
                    <a:pt x="2048" y="3358"/>
                  </a:cubicBezTo>
                  <a:lnTo>
                    <a:pt x="2048" y="3096"/>
                  </a:lnTo>
                  <a:cubicBezTo>
                    <a:pt x="1953" y="3037"/>
                    <a:pt x="1894" y="2930"/>
                    <a:pt x="1894" y="2811"/>
                  </a:cubicBezTo>
                  <a:cubicBezTo>
                    <a:pt x="1894" y="2578"/>
                    <a:pt x="2066" y="2462"/>
                    <a:pt x="2239" y="2462"/>
                  </a:cubicBezTo>
                  <a:close/>
                  <a:moveTo>
                    <a:pt x="2239" y="1"/>
                  </a:moveTo>
                  <a:cubicBezTo>
                    <a:pt x="1441" y="1"/>
                    <a:pt x="798" y="644"/>
                    <a:pt x="798" y="1441"/>
                  </a:cubicBezTo>
                  <a:lnTo>
                    <a:pt x="798" y="1596"/>
                  </a:lnTo>
                  <a:lnTo>
                    <a:pt x="477" y="1596"/>
                  </a:lnTo>
                  <a:cubicBezTo>
                    <a:pt x="215" y="1596"/>
                    <a:pt x="0" y="1810"/>
                    <a:pt x="0" y="2072"/>
                  </a:cubicBezTo>
                  <a:lnTo>
                    <a:pt x="0" y="4120"/>
                  </a:lnTo>
                  <a:cubicBezTo>
                    <a:pt x="0" y="4370"/>
                    <a:pt x="215" y="4585"/>
                    <a:pt x="477" y="4585"/>
                  </a:cubicBezTo>
                  <a:lnTo>
                    <a:pt x="4013" y="4585"/>
                  </a:lnTo>
                  <a:cubicBezTo>
                    <a:pt x="4275" y="4585"/>
                    <a:pt x="4489" y="4370"/>
                    <a:pt x="4489" y="4120"/>
                  </a:cubicBezTo>
                  <a:lnTo>
                    <a:pt x="4489" y="2072"/>
                  </a:lnTo>
                  <a:cubicBezTo>
                    <a:pt x="4489" y="1810"/>
                    <a:pt x="4275" y="1596"/>
                    <a:pt x="4013" y="1596"/>
                  </a:cubicBezTo>
                  <a:lnTo>
                    <a:pt x="3691" y="1596"/>
                  </a:lnTo>
                  <a:lnTo>
                    <a:pt x="3691" y="1441"/>
                  </a:lnTo>
                  <a:cubicBezTo>
                    <a:pt x="3691" y="644"/>
                    <a:pt x="3048" y="1"/>
                    <a:pt x="22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0"/>
            <p:cNvSpPr/>
            <p:nvPr/>
          </p:nvSpPr>
          <p:spPr>
            <a:xfrm>
              <a:off x="6058691" y="1739578"/>
              <a:ext cx="134282" cy="134282"/>
            </a:xfrm>
            <a:custGeom>
              <a:rect b="b" l="l" r="r" t="t"/>
              <a:pathLst>
                <a:path extrusionOk="0" h="3573" w="3573">
                  <a:moveTo>
                    <a:pt x="1786" y="1"/>
                  </a:moveTo>
                  <a:cubicBezTo>
                    <a:pt x="798" y="1"/>
                    <a:pt x="0" y="798"/>
                    <a:pt x="0" y="1787"/>
                  </a:cubicBezTo>
                  <a:cubicBezTo>
                    <a:pt x="0" y="2775"/>
                    <a:pt x="798" y="3573"/>
                    <a:pt x="1786" y="3573"/>
                  </a:cubicBezTo>
                  <a:cubicBezTo>
                    <a:pt x="2775" y="3573"/>
                    <a:pt x="3572" y="2775"/>
                    <a:pt x="3572" y="1787"/>
                  </a:cubicBezTo>
                  <a:cubicBezTo>
                    <a:pt x="3572" y="798"/>
                    <a:pt x="2775" y="1"/>
                    <a:pt x="17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0"/>
            <p:cNvSpPr/>
            <p:nvPr/>
          </p:nvSpPr>
          <p:spPr>
            <a:xfrm>
              <a:off x="5995590" y="1870253"/>
              <a:ext cx="260484" cy="104291"/>
            </a:xfrm>
            <a:custGeom>
              <a:rect b="b" l="l" r="r" t="t"/>
              <a:pathLst>
                <a:path extrusionOk="0" h="2775" w="6931">
                  <a:moveTo>
                    <a:pt x="2156" y="0"/>
                  </a:moveTo>
                  <a:cubicBezTo>
                    <a:pt x="1239" y="369"/>
                    <a:pt x="513" y="1096"/>
                    <a:pt x="155" y="2012"/>
                  </a:cubicBezTo>
                  <a:cubicBezTo>
                    <a:pt x="1" y="2370"/>
                    <a:pt x="274" y="2763"/>
                    <a:pt x="667" y="2774"/>
                  </a:cubicBezTo>
                  <a:lnTo>
                    <a:pt x="6275" y="2774"/>
                  </a:lnTo>
                  <a:cubicBezTo>
                    <a:pt x="6668" y="2774"/>
                    <a:pt x="6930" y="2370"/>
                    <a:pt x="6787" y="2012"/>
                  </a:cubicBezTo>
                  <a:cubicBezTo>
                    <a:pt x="6430" y="1096"/>
                    <a:pt x="5704" y="369"/>
                    <a:pt x="4799" y="0"/>
                  </a:cubicBezTo>
                  <a:cubicBezTo>
                    <a:pt x="4406" y="304"/>
                    <a:pt x="3939" y="456"/>
                    <a:pt x="3473" y="456"/>
                  </a:cubicBezTo>
                  <a:cubicBezTo>
                    <a:pt x="3007" y="456"/>
                    <a:pt x="2543" y="304"/>
                    <a:pt x="21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0"/>
            <p:cNvSpPr/>
            <p:nvPr/>
          </p:nvSpPr>
          <p:spPr>
            <a:xfrm>
              <a:off x="5632694" y="2076092"/>
              <a:ext cx="298969" cy="292392"/>
            </a:xfrm>
            <a:custGeom>
              <a:rect b="b" l="l" r="r" t="t"/>
              <a:pathLst>
                <a:path extrusionOk="0" h="7780" w="7955">
                  <a:moveTo>
                    <a:pt x="3983" y="2527"/>
                  </a:moveTo>
                  <a:cubicBezTo>
                    <a:pt x="5168" y="2527"/>
                    <a:pt x="5882" y="3916"/>
                    <a:pt x="5120" y="4882"/>
                  </a:cubicBezTo>
                  <a:cubicBezTo>
                    <a:pt x="4832" y="5245"/>
                    <a:pt x="4406" y="5435"/>
                    <a:pt x="3976" y="5435"/>
                  </a:cubicBezTo>
                  <a:cubicBezTo>
                    <a:pt x="3659" y="5435"/>
                    <a:pt x="3340" y="5332"/>
                    <a:pt x="3072" y="5120"/>
                  </a:cubicBezTo>
                  <a:cubicBezTo>
                    <a:pt x="2060" y="4310"/>
                    <a:pt x="2525" y="2691"/>
                    <a:pt x="3811" y="2536"/>
                  </a:cubicBezTo>
                  <a:cubicBezTo>
                    <a:pt x="3869" y="2530"/>
                    <a:pt x="3927" y="2527"/>
                    <a:pt x="3983" y="2527"/>
                  </a:cubicBezTo>
                  <a:close/>
                  <a:moveTo>
                    <a:pt x="3955" y="0"/>
                  </a:moveTo>
                  <a:cubicBezTo>
                    <a:pt x="3778" y="0"/>
                    <a:pt x="3602" y="12"/>
                    <a:pt x="3430" y="36"/>
                  </a:cubicBezTo>
                  <a:cubicBezTo>
                    <a:pt x="3227" y="60"/>
                    <a:pt x="3108" y="250"/>
                    <a:pt x="3144" y="441"/>
                  </a:cubicBezTo>
                  <a:lnTo>
                    <a:pt x="3299" y="1048"/>
                  </a:lnTo>
                  <a:cubicBezTo>
                    <a:pt x="2858" y="1155"/>
                    <a:pt x="2441" y="1357"/>
                    <a:pt x="2096" y="1643"/>
                  </a:cubicBezTo>
                  <a:lnTo>
                    <a:pt x="1703" y="1155"/>
                  </a:lnTo>
                  <a:cubicBezTo>
                    <a:pt x="1639" y="1071"/>
                    <a:pt x="1543" y="1029"/>
                    <a:pt x="1446" y="1029"/>
                  </a:cubicBezTo>
                  <a:cubicBezTo>
                    <a:pt x="1364" y="1029"/>
                    <a:pt x="1281" y="1059"/>
                    <a:pt x="1215" y="1119"/>
                  </a:cubicBezTo>
                  <a:cubicBezTo>
                    <a:pt x="1084" y="1238"/>
                    <a:pt x="977" y="1369"/>
                    <a:pt x="870" y="1500"/>
                  </a:cubicBezTo>
                  <a:cubicBezTo>
                    <a:pt x="751" y="1643"/>
                    <a:pt x="656" y="1798"/>
                    <a:pt x="560" y="1953"/>
                  </a:cubicBezTo>
                  <a:cubicBezTo>
                    <a:pt x="453" y="2119"/>
                    <a:pt x="525" y="2334"/>
                    <a:pt x="703" y="2417"/>
                  </a:cubicBezTo>
                  <a:lnTo>
                    <a:pt x="1275" y="2691"/>
                  </a:lnTo>
                  <a:cubicBezTo>
                    <a:pt x="1072" y="3096"/>
                    <a:pt x="977" y="3548"/>
                    <a:pt x="977" y="3989"/>
                  </a:cubicBezTo>
                  <a:lnTo>
                    <a:pt x="346" y="3989"/>
                  </a:lnTo>
                  <a:cubicBezTo>
                    <a:pt x="155" y="4001"/>
                    <a:pt x="1" y="4167"/>
                    <a:pt x="24" y="4358"/>
                  </a:cubicBezTo>
                  <a:cubicBezTo>
                    <a:pt x="60" y="4715"/>
                    <a:pt x="132" y="5060"/>
                    <a:pt x="263" y="5382"/>
                  </a:cubicBezTo>
                  <a:cubicBezTo>
                    <a:pt x="317" y="5517"/>
                    <a:pt x="446" y="5598"/>
                    <a:pt x="578" y="5598"/>
                  </a:cubicBezTo>
                  <a:cubicBezTo>
                    <a:pt x="620" y="5598"/>
                    <a:pt x="663" y="5590"/>
                    <a:pt x="703" y="5572"/>
                  </a:cubicBezTo>
                  <a:lnTo>
                    <a:pt x="1275" y="5298"/>
                  </a:lnTo>
                  <a:cubicBezTo>
                    <a:pt x="1465" y="5703"/>
                    <a:pt x="1751" y="6060"/>
                    <a:pt x="2108" y="6334"/>
                  </a:cubicBezTo>
                  <a:lnTo>
                    <a:pt x="1715" y="6822"/>
                  </a:lnTo>
                  <a:cubicBezTo>
                    <a:pt x="1596" y="6977"/>
                    <a:pt x="1632" y="7203"/>
                    <a:pt x="1799" y="7311"/>
                  </a:cubicBezTo>
                  <a:cubicBezTo>
                    <a:pt x="2096" y="7501"/>
                    <a:pt x="2418" y="7656"/>
                    <a:pt x="2751" y="7763"/>
                  </a:cubicBezTo>
                  <a:cubicBezTo>
                    <a:pt x="2787" y="7774"/>
                    <a:pt x="2822" y="7779"/>
                    <a:pt x="2857" y="7779"/>
                  </a:cubicBezTo>
                  <a:cubicBezTo>
                    <a:pt x="3008" y="7779"/>
                    <a:pt x="3141" y="7680"/>
                    <a:pt x="3180" y="7525"/>
                  </a:cubicBezTo>
                  <a:lnTo>
                    <a:pt x="3311" y="6918"/>
                  </a:lnTo>
                  <a:cubicBezTo>
                    <a:pt x="3531" y="6965"/>
                    <a:pt x="3757" y="6989"/>
                    <a:pt x="3983" y="6989"/>
                  </a:cubicBezTo>
                  <a:cubicBezTo>
                    <a:pt x="4210" y="6989"/>
                    <a:pt x="4436" y="6965"/>
                    <a:pt x="4656" y="6918"/>
                  </a:cubicBezTo>
                  <a:lnTo>
                    <a:pt x="4799" y="7525"/>
                  </a:lnTo>
                  <a:cubicBezTo>
                    <a:pt x="4838" y="7680"/>
                    <a:pt x="4971" y="7779"/>
                    <a:pt x="5121" y="7779"/>
                  </a:cubicBezTo>
                  <a:cubicBezTo>
                    <a:pt x="5156" y="7779"/>
                    <a:pt x="5192" y="7774"/>
                    <a:pt x="5228" y="7763"/>
                  </a:cubicBezTo>
                  <a:cubicBezTo>
                    <a:pt x="5561" y="7656"/>
                    <a:pt x="5882" y="7501"/>
                    <a:pt x="6180" y="7299"/>
                  </a:cubicBezTo>
                  <a:cubicBezTo>
                    <a:pt x="6347" y="7192"/>
                    <a:pt x="6382" y="6965"/>
                    <a:pt x="6263" y="6822"/>
                  </a:cubicBezTo>
                  <a:lnTo>
                    <a:pt x="5870" y="6322"/>
                  </a:lnTo>
                  <a:cubicBezTo>
                    <a:pt x="6216" y="6049"/>
                    <a:pt x="6501" y="5691"/>
                    <a:pt x="6692" y="5287"/>
                  </a:cubicBezTo>
                  <a:lnTo>
                    <a:pt x="7263" y="5560"/>
                  </a:lnTo>
                  <a:cubicBezTo>
                    <a:pt x="7304" y="5578"/>
                    <a:pt x="7347" y="5586"/>
                    <a:pt x="7390" y="5586"/>
                  </a:cubicBezTo>
                  <a:cubicBezTo>
                    <a:pt x="7525" y="5586"/>
                    <a:pt x="7659" y="5505"/>
                    <a:pt x="7704" y="5370"/>
                  </a:cubicBezTo>
                  <a:cubicBezTo>
                    <a:pt x="7835" y="5037"/>
                    <a:pt x="7906" y="4691"/>
                    <a:pt x="7942" y="4334"/>
                  </a:cubicBezTo>
                  <a:cubicBezTo>
                    <a:pt x="7954" y="4144"/>
                    <a:pt x="7799" y="3977"/>
                    <a:pt x="7609" y="3977"/>
                  </a:cubicBezTo>
                  <a:lnTo>
                    <a:pt x="6978" y="3977"/>
                  </a:lnTo>
                  <a:cubicBezTo>
                    <a:pt x="6978" y="3524"/>
                    <a:pt x="6882" y="3072"/>
                    <a:pt x="6680" y="2667"/>
                  </a:cubicBezTo>
                  <a:lnTo>
                    <a:pt x="7252" y="2393"/>
                  </a:lnTo>
                  <a:cubicBezTo>
                    <a:pt x="7430" y="2310"/>
                    <a:pt x="7490" y="2096"/>
                    <a:pt x="7394" y="1929"/>
                  </a:cubicBezTo>
                  <a:cubicBezTo>
                    <a:pt x="7180" y="1619"/>
                    <a:pt x="6954" y="1322"/>
                    <a:pt x="6680" y="1048"/>
                  </a:cubicBezTo>
                  <a:cubicBezTo>
                    <a:pt x="6630" y="993"/>
                    <a:pt x="6563" y="966"/>
                    <a:pt x="6494" y="966"/>
                  </a:cubicBezTo>
                  <a:cubicBezTo>
                    <a:pt x="6414" y="966"/>
                    <a:pt x="6333" y="1002"/>
                    <a:pt x="6275" y="1072"/>
                  </a:cubicBezTo>
                  <a:lnTo>
                    <a:pt x="5835" y="1619"/>
                  </a:lnTo>
                  <a:cubicBezTo>
                    <a:pt x="5489" y="1346"/>
                    <a:pt x="5073" y="1143"/>
                    <a:pt x="4632" y="1048"/>
                  </a:cubicBezTo>
                  <a:lnTo>
                    <a:pt x="4763" y="441"/>
                  </a:lnTo>
                  <a:cubicBezTo>
                    <a:pt x="4811" y="250"/>
                    <a:pt x="4680" y="60"/>
                    <a:pt x="4489" y="36"/>
                  </a:cubicBezTo>
                  <a:cubicBezTo>
                    <a:pt x="4311" y="12"/>
                    <a:pt x="4132" y="0"/>
                    <a:pt x="39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0"/>
            <p:cNvSpPr/>
            <p:nvPr/>
          </p:nvSpPr>
          <p:spPr>
            <a:xfrm>
              <a:off x="2861999" y="2126979"/>
              <a:ext cx="174984" cy="171000"/>
            </a:xfrm>
            <a:custGeom>
              <a:rect b="b" l="l" r="r" t="t"/>
              <a:pathLst>
                <a:path extrusionOk="0" h="4550" w="4656">
                  <a:moveTo>
                    <a:pt x="2339" y="1485"/>
                  </a:moveTo>
                  <a:cubicBezTo>
                    <a:pt x="3023" y="1485"/>
                    <a:pt x="3429" y="2296"/>
                    <a:pt x="2989" y="2861"/>
                  </a:cubicBezTo>
                  <a:cubicBezTo>
                    <a:pt x="2817" y="3074"/>
                    <a:pt x="2566" y="3184"/>
                    <a:pt x="2316" y="3184"/>
                  </a:cubicBezTo>
                  <a:cubicBezTo>
                    <a:pt x="2132" y="3184"/>
                    <a:pt x="1949" y="3125"/>
                    <a:pt x="1798" y="3004"/>
                  </a:cubicBezTo>
                  <a:cubicBezTo>
                    <a:pt x="1203" y="2528"/>
                    <a:pt x="1465" y="1575"/>
                    <a:pt x="2227" y="1492"/>
                  </a:cubicBezTo>
                  <a:cubicBezTo>
                    <a:pt x="2265" y="1487"/>
                    <a:pt x="2303" y="1485"/>
                    <a:pt x="2339" y="1485"/>
                  </a:cubicBezTo>
                  <a:close/>
                  <a:moveTo>
                    <a:pt x="2310" y="1"/>
                  </a:moveTo>
                  <a:cubicBezTo>
                    <a:pt x="2206" y="1"/>
                    <a:pt x="2102" y="9"/>
                    <a:pt x="2000" y="27"/>
                  </a:cubicBezTo>
                  <a:cubicBezTo>
                    <a:pt x="1881" y="39"/>
                    <a:pt x="1810" y="146"/>
                    <a:pt x="1834" y="254"/>
                  </a:cubicBezTo>
                  <a:lnTo>
                    <a:pt x="1917" y="611"/>
                  </a:lnTo>
                  <a:cubicBezTo>
                    <a:pt x="1667" y="682"/>
                    <a:pt x="1417" y="789"/>
                    <a:pt x="1215" y="956"/>
                  </a:cubicBezTo>
                  <a:lnTo>
                    <a:pt x="1000" y="682"/>
                  </a:lnTo>
                  <a:cubicBezTo>
                    <a:pt x="962" y="631"/>
                    <a:pt x="903" y="607"/>
                    <a:pt x="846" y="607"/>
                  </a:cubicBezTo>
                  <a:cubicBezTo>
                    <a:pt x="796" y="607"/>
                    <a:pt x="748" y="625"/>
                    <a:pt x="715" y="658"/>
                  </a:cubicBezTo>
                  <a:cubicBezTo>
                    <a:pt x="643" y="730"/>
                    <a:pt x="572" y="801"/>
                    <a:pt x="512" y="885"/>
                  </a:cubicBezTo>
                  <a:cubicBezTo>
                    <a:pt x="441" y="968"/>
                    <a:pt x="381" y="1051"/>
                    <a:pt x="322" y="1146"/>
                  </a:cubicBezTo>
                  <a:cubicBezTo>
                    <a:pt x="274" y="1242"/>
                    <a:pt x="310" y="1373"/>
                    <a:pt x="405" y="1420"/>
                  </a:cubicBezTo>
                  <a:lnTo>
                    <a:pt x="738" y="1575"/>
                  </a:lnTo>
                  <a:cubicBezTo>
                    <a:pt x="631" y="1813"/>
                    <a:pt x="572" y="2075"/>
                    <a:pt x="572" y="2337"/>
                  </a:cubicBezTo>
                  <a:lnTo>
                    <a:pt x="203" y="2337"/>
                  </a:lnTo>
                  <a:cubicBezTo>
                    <a:pt x="95" y="2337"/>
                    <a:pt x="0" y="2444"/>
                    <a:pt x="12" y="2551"/>
                  </a:cubicBezTo>
                  <a:cubicBezTo>
                    <a:pt x="36" y="2754"/>
                    <a:pt x="84" y="2956"/>
                    <a:pt x="155" y="3159"/>
                  </a:cubicBezTo>
                  <a:cubicBezTo>
                    <a:pt x="181" y="3238"/>
                    <a:pt x="259" y="3284"/>
                    <a:pt x="337" y="3284"/>
                  </a:cubicBezTo>
                  <a:cubicBezTo>
                    <a:pt x="364" y="3284"/>
                    <a:pt x="392" y="3278"/>
                    <a:pt x="417" y="3266"/>
                  </a:cubicBezTo>
                  <a:lnTo>
                    <a:pt x="750" y="3099"/>
                  </a:lnTo>
                  <a:cubicBezTo>
                    <a:pt x="869" y="3337"/>
                    <a:pt x="1036" y="3540"/>
                    <a:pt x="1238" y="3706"/>
                  </a:cubicBezTo>
                  <a:lnTo>
                    <a:pt x="1012" y="3992"/>
                  </a:lnTo>
                  <a:cubicBezTo>
                    <a:pt x="941" y="4087"/>
                    <a:pt x="965" y="4218"/>
                    <a:pt x="1060" y="4278"/>
                  </a:cubicBezTo>
                  <a:cubicBezTo>
                    <a:pt x="1227" y="4385"/>
                    <a:pt x="1417" y="4480"/>
                    <a:pt x="1619" y="4540"/>
                  </a:cubicBezTo>
                  <a:cubicBezTo>
                    <a:pt x="1638" y="4546"/>
                    <a:pt x="1658" y="4549"/>
                    <a:pt x="1677" y="4549"/>
                  </a:cubicBezTo>
                  <a:cubicBezTo>
                    <a:pt x="1765" y="4549"/>
                    <a:pt x="1848" y="4485"/>
                    <a:pt x="1858" y="4397"/>
                  </a:cubicBezTo>
                  <a:lnTo>
                    <a:pt x="1941" y="4040"/>
                  </a:lnTo>
                  <a:cubicBezTo>
                    <a:pt x="2072" y="4069"/>
                    <a:pt x="2203" y="4084"/>
                    <a:pt x="2334" y="4084"/>
                  </a:cubicBezTo>
                  <a:cubicBezTo>
                    <a:pt x="2465" y="4084"/>
                    <a:pt x="2596" y="4069"/>
                    <a:pt x="2727" y="4040"/>
                  </a:cubicBezTo>
                  <a:lnTo>
                    <a:pt x="2810" y="4397"/>
                  </a:lnTo>
                  <a:cubicBezTo>
                    <a:pt x="2829" y="4483"/>
                    <a:pt x="2910" y="4538"/>
                    <a:pt x="2996" y="4538"/>
                  </a:cubicBezTo>
                  <a:cubicBezTo>
                    <a:pt x="3017" y="4538"/>
                    <a:pt x="3039" y="4535"/>
                    <a:pt x="3060" y="4528"/>
                  </a:cubicBezTo>
                  <a:cubicBezTo>
                    <a:pt x="3251" y="4468"/>
                    <a:pt x="3441" y="4373"/>
                    <a:pt x="3620" y="4266"/>
                  </a:cubicBezTo>
                  <a:cubicBezTo>
                    <a:pt x="3715" y="4194"/>
                    <a:pt x="3727" y="4075"/>
                    <a:pt x="3655" y="3980"/>
                  </a:cubicBezTo>
                  <a:lnTo>
                    <a:pt x="3429" y="3694"/>
                  </a:lnTo>
                  <a:cubicBezTo>
                    <a:pt x="3632" y="3528"/>
                    <a:pt x="3798" y="3325"/>
                    <a:pt x="3917" y="3087"/>
                  </a:cubicBezTo>
                  <a:lnTo>
                    <a:pt x="4251" y="3242"/>
                  </a:lnTo>
                  <a:cubicBezTo>
                    <a:pt x="4276" y="3255"/>
                    <a:pt x="4303" y="3260"/>
                    <a:pt x="4331" y="3260"/>
                  </a:cubicBezTo>
                  <a:cubicBezTo>
                    <a:pt x="4408" y="3260"/>
                    <a:pt x="4486" y="3214"/>
                    <a:pt x="4513" y="3135"/>
                  </a:cubicBezTo>
                  <a:cubicBezTo>
                    <a:pt x="4584" y="2944"/>
                    <a:pt x="4632" y="2742"/>
                    <a:pt x="4644" y="2528"/>
                  </a:cubicBezTo>
                  <a:cubicBezTo>
                    <a:pt x="4656" y="2420"/>
                    <a:pt x="4572" y="2325"/>
                    <a:pt x="4453" y="2313"/>
                  </a:cubicBezTo>
                  <a:lnTo>
                    <a:pt x="4084" y="2313"/>
                  </a:lnTo>
                  <a:cubicBezTo>
                    <a:pt x="4084" y="2051"/>
                    <a:pt x="4024" y="1789"/>
                    <a:pt x="3917" y="1551"/>
                  </a:cubicBezTo>
                  <a:lnTo>
                    <a:pt x="4239" y="1397"/>
                  </a:lnTo>
                  <a:cubicBezTo>
                    <a:pt x="4346" y="1349"/>
                    <a:pt x="4382" y="1218"/>
                    <a:pt x="4322" y="1123"/>
                  </a:cubicBezTo>
                  <a:cubicBezTo>
                    <a:pt x="4203" y="932"/>
                    <a:pt x="4072" y="765"/>
                    <a:pt x="3917" y="611"/>
                  </a:cubicBezTo>
                  <a:cubicBezTo>
                    <a:pt x="3885" y="578"/>
                    <a:pt x="3844" y="563"/>
                    <a:pt x="3805" y="563"/>
                  </a:cubicBezTo>
                  <a:cubicBezTo>
                    <a:pt x="3758" y="563"/>
                    <a:pt x="3711" y="584"/>
                    <a:pt x="3679" y="623"/>
                  </a:cubicBezTo>
                  <a:lnTo>
                    <a:pt x="3405" y="956"/>
                  </a:lnTo>
                  <a:cubicBezTo>
                    <a:pt x="3203" y="789"/>
                    <a:pt x="2965" y="670"/>
                    <a:pt x="2703" y="623"/>
                  </a:cubicBezTo>
                  <a:lnTo>
                    <a:pt x="2786" y="254"/>
                  </a:lnTo>
                  <a:cubicBezTo>
                    <a:pt x="2810" y="146"/>
                    <a:pt x="2727" y="39"/>
                    <a:pt x="2620" y="27"/>
                  </a:cubicBezTo>
                  <a:cubicBezTo>
                    <a:pt x="2518" y="9"/>
                    <a:pt x="2414" y="1"/>
                    <a:pt x="23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20"/>
            <p:cNvSpPr/>
            <p:nvPr/>
          </p:nvSpPr>
          <p:spPr>
            <a:xfrm>
              <a:off x="5964735" y="2430194"/>
              <a:ext cx="361581" cy="214220"/>
            </a:xfrm>
            <a:custGeom>
              <a:rect b="b" l="l" r="r" t="t"/>
              <a:pathLst>
                <a:path extrusionOk="0" h="5700" w="9621">
                  <a:moveTo>
                    <a:pt x="3769" y="0"/>
                  </a:moveTo>
                  <a:cubicBezTo>
                    <a:pt x="2881" y="0"/>
                    <a:pt x="1993" y="518"/>
                    <a:pt x="1679" y="1544"/>
                  </a:cubicBezTo>
                  <a:cubicBezTo>
                    <a:pt x="667" y="1806"/>
                    <a:pt x="0" y="2782"/>
                    <a:pt x="119" y="3818"/>
                  </a:cubicBezTo>
                  <a:cubicBezTo>
                    <a:pt x="238" y="4854"/>
                    <a:pt x="1095" y="5651"/>
                    <a:pt x="2143" y="5687"/>
                  </a:cubicBezTo>
                  <a:lnTo>
                    <a:pt x="8025" y="5687"/>
                  </a:lnTo>
                  <a:cubicBezTo>
                    <a:pt x="8073" y="5687"/>
                    <a:pt x="8132" y="5699"/>
                    <a:pt x="8180" y="5699"/>
                  </a:cubicBezTo>
                  <a:cubicBezTo>
                    <a:pt x="8977" y="5699"/>
                    <a:pt x="9620" y="5056"/>
                    <a:pt x="9620" y="4258"/>
                  </a:cubicBezTo>
                  <a:cubicBezTo>
                    <a:pt x="9620" y="3461"/>
                    <a:pt x="8977" y="2818"/>
                    <a:pt x="8180" y="2818"/>
                  </a:cubicBezTo>
                  <a:cubicBezTo>
                    <a:pt x="8025" y="2818"/>
                    <a:pt x="7882" y="2842"/>
                    <a:pt x="7739" y="2889"/>
                  </a:cubicBezTo>
                  <a:cubicBezTo>
                    <a:pt x="7453" y="2080"/>
                    <a:pt x="6691" y="1520"/>
                    <a:pt x="5834" y="1484"/>
                  </a:cubicBezTo>
                  <a:cubicBezTo>
                    <a:pt x="5499" y="492"/>
                    <a:pt x="4634" y="0"/>
                    <a:pt x="37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20"/>
            <p:cNvSpPr/>
            <p:nvPr/>
          </p:nvSpPr>
          <p:spPr>
            <a:xfrm>
              <a:off x="3196709" y="1544525"/>
              <a:ext cx="255974" cy="153938"/>
            </a:xfrm>
            <a:custGeom>
              <a:rect b="b" l="l" r="r" t="t"/>
              <a:pathLst>
                <a:path extrusionOk="0" h="4096" w="6811">
                  <a:moveTo>
                    <a:pt x="2694" y="1"/>
                  </a:moveTo>
                  <a:cubicBezTo>
                    <a:pt x="2054" y="1"/>
                    <a:pt x="1414" y="376"/>
                    <a:pt x="1191" y="1119"/>
                  </a:cubicBezTo>
                  <a:cubicBezTo>
                    <a:pt x="464" y="1321"/>
                    <a:pt x="0" y="2012"/>
                    <a:pt x="83" y="2750"/>
                  </a:cubicBezTo>
                  <a:cubicBezTo>
                    <a:pt x="167" y="3488"/>
                    <a:pt x="786" y="4060"/>
                    <a:pt x="1524" y="4095"/>
                  </a:cubicBezTo>
                  <a:lnTo>
                    <a:pt x="5870" y="4095"/>
                  </a:lnTo>
                  <a:cubicBezTo>
                    <a:pt x="6406" y="4036"/>
                    <a:pt x="6810" y="3595"/>
                    <a:pt x="6810" y="3059"/>
                  </a:cubicBezTo>
                  <a:cubicBezTo>
                    <a:pt x="6810" y="2524"/>
                    <a:pt x="6406" y="2071"/>
                    <a:pt x="5870" y="2024"/>
                  </a:cubicBezTo>
                  <a:lnTo>
                    <a:pt x="5870" y="2036"/>
                  </a:lnTo>
                  <a:cubicBezTo>
                    <a:pt x="5763" y="2036"/>
                    <a:pt x="5656" y="2047"/>
                    <a:pt x="5548" y="2083"/>
                  </a:cubicBezTo>
                  <a:cubicBezTo>
                    <a:pt x="5346" y="1500"/>
                    <a:pt x="4798" y="1095"/>
                    <a:pt x="4179" y="1071"/>
                  </a:cubicBezTo>
                  <a:cubicBezTo>
                    <a:pt x="3939" y="355"/>
                    <a:pt x="3316" y="1"/>
                    <a:pt x="26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20"/>
            <p:cNvSpPr/>
            <p:nvPr/>
          </p:nvSpPr>
          <p:spPr>
            <a:xfrm>
              <a:off x="2917471" y="2500286"/>
              <a:ext cx="170963" cy="146008"/>
            </a:xfrm>
            <a:custGeom>
              <a:rect b="b" l="l" r="r" t="t"/>
              <a:pathLst>
                <a:path extrusionOk="0" h="3885" w="4549">
                  <a:moveTo>
                    <a:pt x="2588" y="896"/>
                  </a:moveTo>
                  <a:cubicBezTo>
                    <a:pt x="3126" y="896"/>
                    <a:pt x="3644" y="1312"/>
                    <a:pt x="3644" y="1941"/>
                  </a:cubicBezTo>
                  <a:cubicBezTo>
                    <a:pt x="3644" y="2512"/>
                    <a:pt x="3168" y="2977"/>
                    <a:pt x="2596" y="2977"/>
                  </a:cubicBezTo>
                  <a:cubicBezTo>
                    <a:pt x="1667" y="2977"/>
                    <a:pt x="1203" y="1858"/>
                    <a:pt x="1858" y="1203"/>
                  </a:cubicBezTo>
                  <a:cubicBezTo>
                    <a:pt x="2069" y="991"/>
                    <a:pt x="2331" y="896"/>
                    <a:pt x="2588" y="896"/>
                  </a:cubicBezTo>
                  <a:close/>
                  <a:moveTo>
                    <a:pt x="2618" y="0"/>
                  </a:moveTo>
                  <a:cubicBezTo>
                    <a:pt x="2610" y="0"/>
                    <a:pt x="2603" y="0"/>
                    <a:pt x="2596" y="0"/>
                  </a:cubicBezTo>
                  <a:cubicBezTo>
                    <a:pt x="870" y="0"/>
                    <a:pt x="1" y="2084"/>
                    <a:pt x="1227" y="3310"/>
                  </a:cubicBezTo>
                  <a:cubicBezTo>
                    <a:pt x="1620" y="3707"/>
                    <a:pt x="2105" y="3884"/>
                    <a:pt x="2582" y="3884"/>
                  </a:cubicBezTo>
                  <a:cubicBezTo>
                    <a:pt x="3578" y="3884"/>
                    <a:pt x="4537" y="3109"/>
                    <a:pt x="4537" y="1941"/>
                  </a:cubicBezTo>
                  <a:cubicBezTo>
                    <a:pt x="4549" y="877"/>
                    <a:pt x="3679" y="0"/>
                    <a:pt x="26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20"/>
            <p:cNvSpPr/>
            <p:nvPr/>
          </p:nvSpPr>
          <p:spPr>
            <a:xfrm>
              <a:off x="3058443" y="2550195"/>
              <a:ext cx="327118" cy="87943"/>
            </a:xfrm>
            <a:custGeom>
              <a:rect b="b" l="l" r="r" t="t"/>
              <a:pathLst>
                <a:path extrusionOk="0" h="2340" w="8704">
                  <a:moveTo>
                    <a:pt x="8117" y="0"/>
                  </a:moveTo>
                  <a:cubicBezTo>
                    <a:pt x="8091" y="0"/>
                    <a:pt x="8064" y="2"/>
                    <a:pt x="8037" y="6"/>
                  </a:cubicBezTo>
                  <a:lnTo>
                    <a:pt x="702" y="6"/>
                  </a:lnTo>
                  <a:cubicBezTo>
                    <a:pt x="0" y="89"/>
                    <a:pt x="0" y="1101"/>
                    <a:pt x="702" y="1184"/>
                  </a:cubicBezTo>
                  <a:lnTo>
                    <a:pt x="5227" y="1184"/>
                  </a:lnTo>
                  <a:lnTo>
                    <a:pt x="5227" y="1708"/>
                  </a:lnTo>
                  <a:cubicBezTo>
                    <a:pt x="5227" y="1863"/>
                    <a:pt x="5346" y="1982"/>
                    <a:pt x="5501" y="1982"/>
                  </a:cubicBezTo>
                  <a:lnTo>
                    <a:pt x="5810" y="1982"/>
                  </a:lnTo>
                  <a:cubicBezTo>
                    <a:pt x="5953" y="1982"/>
                    <a:pt x="6084" y="1863"/>
                    <a:pt x="6084" y="1708"/>
                  </a:cubicBezTo>
                  <a:lnTo>
                    <a:pt x="6084" y="1184"/>
                  </a:lnTo>
                  <a:lnTo>
                    <a:pt x="6715" y="1184"/>
                  </a:lnTo>
                  <a:lnTo>
                    <a:pt x="6715" y="2066"/>
                  </a:lnTo>
                  <a:cubicBezTo>
                    <a:pt x="6715" y="2220"/>
                    <a:pt x="6834" y="2339"/>
                    <a:pt x="6989" y="2339"/>
                  </a:cubicBezTo>
                  <a:lnTo>
                    <a:pt x="7299" y="2339"/>
                  </a:lnTo>
                  <a:cubicBezTo>
                    <a:pt x="7453" y="2339"/>
                    <a:pt x="7572" y="2220"/>
                    <a:pt x="7572" y="2066"/>
                  </a:cubicBezTo>
                  <a:lnTo>
                    <a:pt x="7572" y="1184"/>
                  </a:lnTo>
                  <a:lnTo>
                    <a:pt x="8037" y="1184"/>
                  </a:lnTo>
                  <a:cubicBezTo>
                    <a:pt x="8064" y="1188"/>
                    <a:pt x="8091" y="1190"/>
                    <a:pt x="8117" y="1190"/>
                  </a:cubicBezTo>
                  <a:cubicBezTo>
                    <a:pt x="8439" y="1190"/>
                    <a:pt x="8703" y="931"/>
                    <a:pt x="8703" y="601"/>
                  </a:cubicBezTo>
                  <a:cubicBezTo>
                    <a:pt x="8703" y="260"/>
                    <a:pt x="8439" y="0"/>
                    <a:pt x="81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20"/>
            <p:cNvSpPr/>
            <p:nvPr/>
          </p:nvSpPr>
          <p:spPr>
            <a:xfrm>
              <a:off x="6476158" y="2493709"/>
              <a:ext cx="346849" cy="113274"/>
            </a:xfrm>
            <a:custGeom>
              <a:rect b="b" l="l" r="r" t="t"/>
              <a:pathLst>
                <a:path extrusionOk="0" h="3014" w="9229">
                  <a:moveTo>
                    <a:pt x="1498" y="699"/>
                  </a:moveTo>
                  <a:cubicBezTo>
                    <a:pt x="1911" y="699"/>
                    <a:pt x="2311" y="1024"/>
                    <a:pt x="2311" y="1509"/>
                  </a:cubicBezTo>
                  <a:cubicBezTo>
                    <a:pt x="2311" y="1949"/>
                    <a:pt x="1954" y="2318"/>
                    <a:pt x="1513" y="2318"/>
                  </a:cubicBezTo>
                  <a:cubicBezTo>
                    <a:pt x="787" y="2318"/>
                    <a:pt x="430" y="1449"/>
                    <a:pt x="942" y="937"/>
                  </a:cubicBezTo>
                  <a:cubicBezTo>
                    <a:pt x="1103" y="772"/>
                    <a:pt x="1302" y="699"/>
                    <a:pt x="1498" y="699"/>
                  </a:cubicBezTo>
                  <a:close/>
                  <a:moveTo>
                    <a:pt x="1505" y="1"/>
                  </a:moveTo>
                  <a:cubicBezTo>
                    <a:pt x="1425" y="1"/>
                    <a:pt x="1344" y="7"/>
                    <a:pt x="1263" y="21"/>
                  </a:cubicBezTo>
                  <a:cubicBezTo>
                    <a:pt x="525" y="151"/>
                    <a:pt x="1" y="783"/>
                    <a:pt x="1" y="1521"/>
                  </a:cubicBezTo>
                  <a:cubicBezTo>
                    <a:pt x="13" y="2271"/>
                    <a:pt x="561" y="2890"/>
                    <a:pt x="1287" y="2997"/>
                  </a:cubicBezTo>
                  <a:cubicBezTo>
                    <a:pt x="1361" y="3008"/>
                    <a:pt x="1435" y="3013"/>
                    <a:pt x="1508" y="3013"/>
                  </a:cubicBezTo>
                  <a:cubicBezTo>
                    <a:pt x="2161" y="3013"/>
                    <a:pt x="2749" y="2592"/>
                    <a:pt x="2942" y="1949"/>
                  </a:cubicBezTo>
                  <a:lnTo>
                    <a:pt x="6442" y="1949"/>
                  </a:lnTo>
                  <a:lnTo>
                    <a:pt x="6442" y="2354"/>
                  </a:lnTo>
                  <a:cubicBezTo>
                    <a:pt x="6442" y="2473"/>
                    <a:pt x="6537" y="2568"/>
                    <a:pt x="6657" y="2568"/>
                  </a:cubicBezTo>
                  <a:lnTo>
                    <a:pt x="6895" y="2568"/>
                  </a:lnTo>
                  <a:cubicBezTo>
                    <a:pt x="7014" y="2568"/>
                    <a:pt x="7097" y="2473"/>
                    <a:pt x="7097" y="2354"/>
                  </a:cubicBezTo>
                  <a:lnTo>
                    <a:pt x="7097" y="1949"/>
                  </a:lnTo>
                  <a:lnTo>
                    <a:pt x="7597" y="1949"/>
                  </a:lnTo>
                  <a:lnTo>
                    <a:pt x="7597" y="2628"/>
                  </a:lnTo>
                  <a:cubicBezTo>
                    <a:pt x="7597" y="2747"/>
                    <a:pt x="7692" y="2842"/>
                    <a:pt x="7800" y="2842"/>
                  </a:cubicBezTo>
                  <a:lnTo>
                    <a:pt x="8050" y="2842"/>
                  </a:lnTo>
                  <a:cubicBezTo>
                    <a:pt x="8169" y="2842"/>
                    <a:pt x="8252" y="2747"/>
                    <a:pt x="8252" y="2628"/>
                  </a:cubicBezTo>
                  <a:lnTo>
                    <a:pt x="8252" y="1949"/>
                  </a:lnTo>
                  <a:lnTo>
                    <a:pt x="8621" y="1949"/>
                  </a:lnTo>
                  <a:cubicBezTo>
                    <a:pt x="9224" y="1949"/>
                    <a:pt x="9228" y="1044"/>
                    <a:pt x="8633" y="1044"/>
                  </a:cubicBezTo>
                  <a:cubicBezTo>
                    <a:pt x="8629" y="1044"/>
                    <a:pt x="8625" y="1044"/>
                    <a:pt x="8621" y="1044"/>
                  </a:cubicBezTo>
                  <a:lnTo>
                    <a:pt x="2930" y="1044"/>
                  </a:lnTo>
                  <a:cubicBezTo>
                    <a:pt x="2729" y="410"/>
                    <a:pt x="2143" y="1"/>
                    <a:pt x="15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20"/>
            <p:cNvSpPr/>
            <p:nvPr/>
          </p:nvSpPr>
          <p:spPr>
            <a:xfrm>
              <a:off x="2478056" y="2335599"/>
              <a:ext cx="234515" cy="294496"/>
            </a:xfrm>
            <a:custGeom>
              <a:rect b="b" l="l" r="r" t="t"/>
              <a:pathLst>
                <a:path extrusionOk="0" h="7836" w="6240">
                  <a:moveTo>
                    <a:pt x="3120" y="679"/>
                  </a:moveTo>
                  <a:lnTo>
                    <a:pt x="5680" y="1620"/>
                  </a:lnTo>
                  <a:lnTo>
                    <a:pt x="5692" y="3739"/>
                  </a:lnTo>
                  <a:cubicBezTo>
                    <a:pt x="5704" y="5275"/>
                    <a:pt x="4715" y="6633"/>
                    <a:pt x="3263" y="7109"/>
                  </a:cubicBezTo>
                  <a:lnTo>
                    <a:pt x="3120" y="7156"/>
                  </a:lnTo>
                  <a:lnTo>
                    <a:pt x="2965" y="7109"/>
                  </a:lnTo>
                  <a:cubicBezTo>
                    <a:pt x="1513" y="6633"/>
                    <a:pt x="536" y="5275"/>
                    <a:pt x="548" y="3739"/>
                  </a:cubicBezTo>
                  <a:lnTo>
                    <a:pt x="548" y="1620"/>
                  </a:lnTo>
                  <a:lnTo>
                    <a:pt x="3120" y="679"/>
                  </a:lnTo>
                  <a:close/>
                  <a:moveTo>
                    <a:pt x="3120" y="1"/>
                  </a:moveTo>
                  <a:lnTo>
                    <a:pt x="13" y="1144"/>
                  </a:lnTo>
                  <a:lnTo>
                    <a:pt x="13" y="3704"/>
                  </a:lnTo>
                  <a:cubicBezTo>
                    <a:pt x="1" y="5561"/>
                    <a:pt x="1179" y="7204"/>
                    <a:pt x="2941" y="7787"/>
                  </a:cubicBezTo>
                  <a:lnTo>
                    <a:pt x="3120" y="7835"/>
                  </a:lnTo>
                  <a:lnTo>
                    <a:pt x="3299" y="7787"/>
                  </a:lnTo>
                  <a:cubicBezTo>
                    <a:pt x="5061" y="7204"/>
                    <a:pt x="6239" y="5561"/>
                    <a:pt x="6228" y="3704"/>
                  </a:cubicBezTo>
                  <a:lnTo>
                    <a:pt x="6228" y="1144"/>
                  </a:lnTo>
                  <a:lnTo>
                    <a:pt x="312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20"/>
            <p:cNvSpPr/>
            <p:nvPr/>
          </p:nvSpPr>
          <p:spPr>
            <a:xfrm>
              <a:off x="2523268" y="2406104"/>
              <a:ext cx="144542" cy="142024"/>
            </a:xfrm>
            <a:custGeom>
              <a:rect b="b" l="l" r="r" t="t"/>
              <a:pathLst>
                <a:path extrusionOk="0" h="3779" w="3846">
                  <a:moveTo>
                    <a:pt x="1919" y="1227"/>
                  </a:moveTo>
                  <a:cubicBezTo>
                    <a:pt x="2489" y="1227"/>
                    <a:pt x="2839" y="1899"/>
                    <a:pt x="2465" y="2375"/>
                  </a:cubicBezTo>
                  <a:cubicBezTo>
                    <a:pt x="2329" y="2546"/>
                    <a:pt x="2126" y="2634"/>
                    <a:pt x="1920" y="2634"/>
                  </a:cubicBezTo>
                  <a:cubicBezTo>
                    <a:pt x="1766" y="2634"/>
                    <a:pt x="1609" y="2584"/>
                    <a:pt x="1477" y="2482"/>
                  </a:cubicBezTo>
                  <a:cubicBezTo>
                    <a:pt x="988" y="2090"/>
                    <a:pt x="1215" y="1304"/>
                    <a:pt x="1834" y="1232"/>
                  </a:cubicBezTo>
                  <a:cubicBezTo>
                    <a:pt x="1863" y="1229"/>
                    <a:pt x="1891" y="1227"/>
                    <a:pt x="1919" y="1227"/>
                  </a:cubicBezTo>
                  <a:close/>
                  <a:moveTo>
                    <a:pt x="1907" y="0"/>
                  </a:moveTo>
                  <a:cubicBezTo>
                    <a:pt x="1822" y="0"/>
                    <a:pt x="1738" y="6"/>
                    <a:pt x="1655" y="18"/>
                  </a:cubicBezTo>
                  <a:cubicBezTo>
                    <a:pt x="1560" y="30"/>
                    <a:pt x="1500" y="125"/>
                    <a:pt x="1512" y="208"/>
                  </a:cubicBezTo>
                  <a:lnTo>
                    <a:pt x="1584" y="506"/>
                  </a:lnTo>
                  <a:cubicBezTo>
                    <a:pt x="1369" y="566"/>
                    <a:pt x="1167" y="661"/>
                    <a:pt x="1000" y="804"/>
                  </a:cubicBezTo>
                  <a:lnTo>
                    <a:pt x="810" y="566"/>
                  </a:lnTo>
                  <a:cubicBezTo>
                    <a:pt x="778" y="527"/>
                    <a:pt x="731" y="506"/>
                    <a:pt x="686" y="506"/>
                  </a:cubicBezTo>
                  <a:cubicBezTo>
                    <a:pt x="648" y="506"/>
                    <a:pt x="611" y="521"/>
                    <a:pt x="584" y="554"/>
                  </a:cubicBezTo>
                  <a:cubicBezTo>
                    <a:pt x="512" y="613"/>
                    <a:pt x="464" y="673"/>
                    <a:pt x="405" y="744"/>
                  </a:cubicBezTo>
                  <a:cubicBezTo>
                    <a:pt x="357" y="804"/>
                    <a:pt x="310" y="875"/>
                    <a:pt x="262" y="958"/>
                  </a:cubicBezTo>
                  <a:cubicBezTo>
                    <a:pt x="214" y="1030"/>
                    <a:pt x="238" y="1137"/>
                    <a:pt x="334" y="1185"/>
                  </a:cubicBezTo>
                  <a:lnTo>
                    <a:pt x="607" y="1316"/>
                  </a:lnTo>
                  <a:cubicBezTo>
                    <a:pt x="512" y="1506"/>
                    <a:pt x="464" y="1720"/>
                    <a:pt x="464" y="1947"/>
                  </a:cubicBezTo>
                  <a:lnTo>
                    <a:pt x="167" y="1947"/>
                  </a:lnTo>
                  <a:cubicBezTo>
                    <a:pt x="72" y="1947"/>
                    <a:pt x="0" y="2030"/>
                    <a:pt x="12" y="2125"/>
                  </a:cubicBezTo>
                  <a:cubicBezTo>
                    <a:pt x="24" y="2292"/>
                    <a:pt x="60" y="2459"/>
                    <a:pt x="119" y="2625"/>
                  </a:cubicBezTo>
                  <a:cubicBezTo>
                    <a:pt x="146" y="2687"/>
                    <a:pt x="211" y="2722"/>
                    <a:pt x="277" y="2722"/>
                  </a:cubicBezTo>
                  <a:cubicBezTo>
                    <a:pt x="300" y="2722"/>
                    <a:pt x="324" y="2718"/>
                    <a:pt x="345" y="2709"/>
                  </a:cubicBezTo>
                  <a:lnTo>
                    <a:pt x="619" y="2578"/>
                  </a:lnTo>
                  <a:cubicBezTo>
                    <a:pt x="715" y="2768"/>
                    <a:pt x="845" y="2947"/>
                    <a:pt x="1024" y="3078"/>
                  </a:cubicBezTo>
                  <a:lnTo>
                    <a:pt x="834" y="3316"/>
                  </a:lnTo>
                  <a:cubicBezTo>
                    <a:pt x="774" y="3387"/>
                    <a:pt x="786" y="3495"/>
                    <a:pt x="869" y="3554"/>
                  </a:cubicBezTo>
                  <a:cubicBezTo>
                    <a:pt x="1012" y="3649"/>
                    <a:pt x="1167" y="3721"/>
                    <a:pt x="1334" y="3768"/>
                  </a:cubicBezTo>
                  <a:cubicBezTo>
                    <a:pt x="1350" y="3775"/>
                    <a:pt x="1367" y="3779"/>
                    <a:pt x="1384" y="3779"/>
                  </a:cubicBezTo>
                  <a:cubicBezTo>
                    <a:pt x="1452" y="3779"/>
                    <a:pt x="1517" y="3725"/>
                    <a:pt x="1536" y="3649"/>
                  </a:cubicBezTo>
                  <a:lnTo>
                    <a:pt x="1607" y="3352"/>
                  </a:lnTo>
                  <a:cubicBezTo>
                    <a:pt x="1709" y="3375"/>
                    <a:pt x="1816" y="3387"/>
                    <a:pt x="1924" y="3387"/>
                  </a:cubicBezTo>
                  <a:cubicBezTo>
                    <a:pt x="2033" y="3387"/>
                    <a:pt x="2143" y="3375"/>
                    <a:pt x="2250" y="3352"/>
                  </a:cubicBezTo>
                  <a:lnTo>
                    <a:pt x="2322" y="3649"/>
                  </a:lnTo>
                  <a:cubicBezTo>
                    <a:pt x="2331" y="3725"/>
                    <a:pt x="2394" y="3779"/>
                    <a:pt x="2468" y="3779"/>
                  </a:cubicBezTo>
                  <a:cubicBezTo>
                    <a:pt x="2486" y="3779"/>
                    <a:pt x="2505" y="3775"/>
                    <a:pt x="2524" y="3768"/>
                  </a:cubicBezTo>
                  <a:cubicBezTo>
                    <a:pt x="2691" y="3721"/>
                    <a:pt x="2846" y="3637"/>
                    <a:pt x="2989" y="3542"/>
                  </a:cubicBezTo>
                  <a:cubicBezTo>
                    <a:pt x="3060" y="3495"/>
                    <a:pt x="3084" y="3387"/>
                    <a:pt x="3024" y="3316"/>
                  </a:cubicBezTo>
                  <a:lnTo>
                    <a:pt x="2834" y="3078"/>
                  </a:lnTo>
                  <a:cubicBezTo>
                    <a:pt x="2917" y="3006"/>
                    <a:pt x="2989" y="2935"/>
                    <a:pt x="3060" y="2840"/>
                  </a:cubicBezTo>
                  <a:cubicBezTo>
                    <a:pt x="3131" y="2756"/>
                    <a:pt x="3191" y="2661"/>
                    <a:pt x="3239" y="2566"/>
                  </a:cubicBezTo>
                  <a:lnTo>
                    <a:pt x="3512" y="2697"/>
                  </a:lnTo>
                  <a:cubicBezTo>
                    <a:pt x="3535" y="2710"/>
                    <a:pt x="3559" y="2716"/>
                    <a:pt x="3582" y="2716"/>
                  </a:cubicBezTo>
                  <a:cubicBezTo>
                    <a:pt x="3643" y="2716"/>
                    <a:pt x="3701" y="2674"/>
                    <a:pt x="3727" y="2613"/>
                  </a:cubicBezTo>
                  <a:cubicBezTo>
                    <a:pt x="3786" y="2447"/>
                    <a:pt x="3822" y="2280"/>
                    <a:pt x="3846" y="2101"/>
                  </a:cubicBezTo>
                  <a:cubicBezTo>
                    <a:pt x="3846" y="2018"/>
                    <a:pt x="3774" y="1935"/>
                    <a:pt x="3679" y="1935"/>
                  </a:cubicBezTo>
                  <a:lnTo>
                    <a:pt x="3382" y="1935"/>
                  </a:lnTo>
                  <a:cubicBezTo>
                    <a:pt x="3382" y="1709"/>
                    <a:pt x="3334" y="1494"/>
                    <a:pt x="3239" y="1304"/>
                  </a:cubicBezTo>
                  <a:lnTo>
                    <a:pt x="3512" y="1173"/>
                  </a:lnTo>
                  <a:cubicBezTo>
                    <a:pt x="3596" y="1125"/>
                    <a:pt x="3620" y="1030"/>
                    <a:pt x="3572" y="947"/>
                  </a:cubicBezTo>
                  <a:cubicBezTo>
                    <a:pt x="3477" y="792"/>
                    <a:pt x="3358" y="649"/>
                    <a:pt x="3239" y="518"/>
                  </a:cubicBezTo>
                  <a:cubicBezTo>
                    <a:pt x="3212" y="491"/>
                    <a:pt x="3178" y="479"/>
                    <a:pt x="3144" y="479"/>
                  </a:cubicBezTo>
                  <a:cubicBezTo>
                    <a:pt x="3103" y="479"/>
                    <a:pt x="3062" y="497"/>
                    <a:pt x="3036" y="530"/>
                  </a:cubicBezTo>
                  <a:lnTo>
                    <a:pt x="2822" y="792"/>
                  </a:lnTo>
                  <a:cubicBezTo>
                    <a:pt x="2643" y="649"/>
                    <a:pt x="2441" y="554"/>
                    <a:pt x="2239" y="506"/>
                  </a:cubicBezTo>
                  <a:lnTo>
                    <a:pt x="2298" y="208"/>
                  </a:lnTo>
                  <a:cubicBezTo>
                    <a:pt x="2322" y="125"/>
                    <a:pt x="2250" y="30"/>
                    <a:pt x="2167" y="18"/>
                  </a:cubicBezTo>
                  <a:cubicBezTo>
                    <a:pt x="2078" y="6"/>
                    <a:pt x="1991" y="0"/>
                    <a:pt x="19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20"/>
            <p:cNvSpPr/>
            <p:nvPr/>
          </p:nvSpPr>
          <p:spPr>
            <a:xfrm>
              <a:off x="5762917" y="1450982"/>
              <a:ext cx="219745" cy="276119"/>
            </a:xfrm>
            <a:custGeom>
              <a:rect b="b" l="l" r="r" t="t"/>
              <a:pathLst>
                <a:path extrusionOk="0" h="7347" w="5847">
                  <a:moveTo>
                    <a:pt x="2929" y="643"/>
                  </a:moveTo>
                  <a:lnTo>
                    <a:pt x="5334" y="1524"/>
                  </a:lnTo>
                  <a:lnTo>
                    <a:pt x="5334" y="3513"/>
                  </a:lnTo>
                  <a:cubicBezTo>
                    <a:pt x="5346" y="4941"/>
                    <a:pt x="4430" y="6215"/>
                    <a:pt x="3060" y="6668"/>
                  </a:cubicBezTo>
                  <a:lnTo>
                    <a:pt x="2929" y="6715"/>
                  </a:lnTo>
                  <a:lnTo>
                    <a:pt x="2786" y="6668"/>
                  </a:lnTo>
                  <a:cubicBezTo>
                    <a:pt x="1429" y="6215"/>
                    <a:pt x="512" y="4941"/>
                    <a:pt x="512" y="3513"/>
                  </a:cubicBezTo>
                  <a:lnTo>
                    <a:pt x="512" y="1524"/>
                  </a:lnTo>
                  <a:lnTo>
                    <a:pt x="2929" y="643"/>
                  </a:lnTo>
                  <a:close/>
                  <a:moveTo>
                    <a:pt x="2929" y="0"/>
                  </a:moveTo>
                  <a:lnTo>
                    <a:pt x="12" y="1072"/>
                  </a:lnTo>
                  <a:lnTo>
                    <a:pt x="12" y="3477"/>
                  </a:lnTo>
                  <a:cubicBezTo>
                    <a:pt x="0" y="5215"/>
                    <a:pt x="1108" y="6751"/>
                    <a:pt x="2763" y="7299"/>
                  </a:cubicBezTo>
                  <a:lnTo>
                    <a:pt x="2929" y="7346"/>
                  </a:lnTo>
                  <a:lnTo>
                    <a:pt x="3096" y="7299"/>
                  </a:lnTo>
                  <a:cubicBezTo>
                    <a:pt x="4739" y="6751"/>
                    <a:pt x="5846" y="5215"/>
                    <a:pt x="5846" y="3477"/>
                  </a:cubicBezTo>
                  <a:lnTo>
                    <a:pt x="5846" y="1072"/>
                  </a:lnTo>
                  <a:lnTo>
                    <a:pt x="29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20"/>
            <p:cNvSpPr/>
            <p:nvPr/>
          </p:nvSpPr>
          <p:spPr>
            <a:xfrm>
              <a:off x="5804972" y="1516977"/>
              <a:ext cx="136086" cy="133380"/>
            </a:xfrm>
            <a:custGeom>
              <a:rect b="b" l="l" r="r" t="t"/>
              <a:pathLst>
                <a:path extrusionOk="0" h="3549" w="3621">
                  <a:moveTo>
                    <a:pt x="1812" y="1156"/>
                  </a:moveTo>
                  <a:cubicBezTo>
                    <a:pt x="2346" y="1156"/>
                    <a:pt x="2673" y="1791"/>
                    <a:pt x="2322" y="2233"/>
                  </a:cubicBezTo>
                  <a:cubicBezTo>
                    <a:pt x="2192" y="2397"/>
                    <a:pt x="1999" y="2483"/>
                    <a:pt x="1804" y="2483"/>
                  </a:cubicBezTo>
                  <a:cubicBezTo>
                    <a:pt x="1660" y="2483"/>
                    <a:pt x="1515" y="2436"/>
                    <a:pt x="1394" y="2340"/>
                  </a:cubicBezTo>
                  <a:cubicBezTo>
                    <a:pt x="941" y="1971"/>
                    <a:pt x="1144" y="1233"/>
                    <a:pt x="1727" y="1161"/>
                  </a:cubicBezTo>
                  <a:cubicBezTo>
                    <a:pt x="1756" y="1158"/>
                    <a:pt x="1784" y="1156"/>
                    <a:pt x="1812" y="1156"/>
                  </a:cubicBezTo>
                  <a:close/>
                  <a:moveTo>
                    <a:pt x="1792" y="0"/>
                  </a:moveTo>
                  <a:cubicBezTo>
                    <a:pt x="1712" y="0"/>
                    <a:pt x="1632" y="6"/>
                    <a:pt x="1548" y="18"/>
                  </a:cubicBezTo>
                  <a:cubicBezTo>
                    <a:pt x="1465" y="30"/>
                    <a:pt x="1406" y="113"/>
                    <a:pt x="1429" y="209"/>
                  </a:cubicBezTo>
                  <a:lnTo>
                    <a:pt x="1489" y="483"/>
                  </a:lnTo>
                  <a:cubicBezTo>
                    <a:pt x="1298" y="530"/>
                    <a:pt x="1108" y="614"/>
                    <a:pt x="953" y="744"/>
                  </a:cubicBezTo>
                  <a:lnTo>
                    <a:pt x="774" y="530"/>
                  </a:lnTo>
                  <a:cubicBezTo>
                    <a:pt x="742" y="492"/>
                    <a:pt x="696" y="470"/>
                    <a:pt x="651" y="470"/>
                  </a:cubicBezTo>
                  <a:cubicBezTo>
                    <a:pt x="613" y="470"/>
                    <a:pt x="576" y="486"/>
                    <a:pt x="548" y="518"/>
                  </a:cubicBezTo>
                  <a:cubicBezTo>
                    <a:pt x="489" y="566"/>
                    <a:pt x="441" y="625"/>
                    <a:pt x="393" y="685"/>
                  </a:cubicBezTo>
                  <a:cubicBezTo>
                    <a:pt x="334" y="756"/>
                    <a:pt x="298" y="816"/>
                    <a:pt x="251" y="887"/>
                  </a:cubicBezTo>
                  <a:cubicBezTo>
                    <a:pt x="203" y="959"/>
                    <a:pt x="239" y="1066"/>
                    <a:pt x="310" y="1102"/>
                  </a:cubicBezTo>
                  <a:lnTo>
                    <a:pt x="572" y="1221"/>
                  </a:lnTo>
                  <a:cubicBezTo>
                    <a:pt x="489" y="1411"/>
                    <a:pt x="441" y="1614"/>
                    <a:pt x="441" y="1816"/>
                  </a:cubicBezTo>
                  <a:lnTo>
                    <a:pt x="155" y="1816"/>
                  </a:lnTo>
                  <a:cubicBezTo>
                    <a:pt x="72" y="1816"/>
                    <a:pt x="1" y="1899"/>
                    <a:pt x="12" y="1983"/>
                  </a:cubicBezTo>
                  <a:cubicBezTo>
                    <a:pt x="24" y="2138"/>
                    <a:pt x="60" y="2304"/>
                    <a:pt x="120" y="2447"/>
                  </a:cubicBezTo>
                  <a:cubicBezTo>
                    <a:pt x="137" y="2508"/>
                    <a:pt x="192" y="2549"/>
                    <a:pt x="253" y="2549"/>
                  </a:cubicBezTo>
                  <a:cubicBezTo>
                    <a:pt x="276" y="2549"/>
                    <a:pt x="299" y="2543"/>
                    <a:pt x="322" y="2530"/>
                  </a:cubicBezTo>
                  <a:lnTo>
                    <a:pt x="572" y="2411"/>
                  </a:lnTo>
                  <a:cubicBezTo>
                    <a:pt x="667" y="2590"/>
                    <a:pt x="798" y="2757"/>
                    <a:pt x="953" y="2876"/>
                  </a:cubicBezTo>
                  <a:lnTo>
                    <a:pt x="774" y="3102"/>
                  </a:lnTo>
                  <a:cubicBezTo>
                    <a:pt x="715" y="3173"/>
                    <a:pt x="739" y="3281"/>
                    <a:pt x="822" y="3328"/>
                  </a:cubicBezTo>
                  <a:cubicBezTo>
                    <a:pt x="953" y="3411"/>
                    <a:pt x="1108" y="3483"/>
                    <a:pt x="1263" y="3542"/>
                  </a:cubicBezTo>
                  <a:cubicBezTo>
                    <a:pt x="1277" y="3547"/>
                    <a:pt x="1291" y="3549"/>
                    <a:pt x="1305" y="3549"/>
                  </a:cubicBezTo>
                  <a:cubicBezTo>
                    <a:pt x="1373" y="3549"/>
                    <a:pt x="1433" y="3502"/>
                    <a:pt x="1453" y="3423"/>
                  </a:cubicBezTo>
                  <a:lnTo>
                    <a:pt x="1513" y="3150"/>
                  </a:lnTo>
                  <a:cubicBezTo>
                    <a:pt x="1614" y="3173"/>
                    <a:pt x="1715" y="3185"/>
                    <a:pt x="1816" y="3185"/>
                  </a:cubicBezTo>
                  <a:cubicBezTo>
                    <a:pt x="1917" y="3185"/>
                    <a:pt x="2019" y="3173"/>
                    <a:pt x="2120" y="3150"/>
                  </a:cubicBezTo>
                  <a:lnTo>
                    <a:pt x="2179" y="3423"/>
                  </a:lnTo>
                  <a:cubicBezTo>
                    <a:pt x="2198" y="3497"/>
                    <a:pt x="2252" y="3542"/>
                    <a:pt x="2320" y="3542"/>
                  </a:cubicBezTo>
                  <a:cubicBezTo>
                    <a:pt x="2340" y="3542"/>
                    <a:pt x="2360" y="3539"/>
                    <a:pt x="2382" y="3531"/>
                  </a:cubicBezTo>
                  <a:cubicBezTo>
                    <a:pt x="2525" y="3483"/>
                    <a:pt x="2679" y="3411"/>
                    <a:pt x="2810" y="3328"/>
                  </a:cubicBezTo>
                  <a:cubicBezTo>
                    <a:pt x="2882" y="3281"/>
                    <a:pt x="2894" y="3173"/>
                    <a:pt x="2846" y="3102"/>
                  </a:cubicBezTo>
                  <a:lnTo>
                    <a:pt x="2668" y="2888"/>
                  </a:lnTo>
                  <a:cubicBezTo>
                    <a:pt x="2822" y="2757"/>
                    <a:pt x="2953" y="2590"/>
                    <a:pt x="3037" y="2411"/>
                  </a:cubicBezTo>
                  <a:lnTo>
                    <a:pt x="3299" y="2530"/>
                  </a:lnTo>
                  <a:cubicBezTo>
                    <a:pt x="3320" y="2540"/>
                    <a:pt x="3343" y="2544"/>
                    <a:pt x="3365" y="2544"/>
                  </a:cubicBezTo>
                  <a:cubicBezTo>
                    <a:pt x="3427" y="2544"/>
                    <a:pt x="3483" y="2509"/>
                    <a:pt x="3501" y="2447"/>
                  </a:cubicBezTo>
                  <a:cubicBezTo>
                    <a:pt x="3561" y="2292"/>
                    <a:pt x="3596" y="2138"/>
                    <a:pt x="3608" y="1983"/>
                  </a:cubicBezTo>
                  <a:cubicBezTo>
                    <a:pt x="3620" y="1887"/>
                    <a:pt x="3549" y="1816"/>
                    <a:pt x="3465" y="1816"/>
                  </a:cubicBezTo>
                  <a:lnTo>
                    <a:pt x="3180" y="1816"/>
                  </a:lnTo>
                  <a:cubicBezTo>
                    <a:pt x="3180" y="1614"/>
                    <a:pt x="3132" y="1411"/>
                    <a:pt x="3037" y="1221"/>
                  </a:cubicBezTo>
                  <a:lnTo>
                    <a:pt x="3299" y="1102"/>
                  </a:lnTo>
                  <a:cubicBezTo>
                    <a:pt x="3382" y="1054"/>
                    <a:pt x="3406" y="959"/>
                    <a:pt x="3358" y="887"/>
                  </a:cubicBezTo>
                  <a:cubicBezTo>
                    <a:pt x="3263" y="744"/>
                    <a:pt x="3168" y="614"/>
                    <a:pt x="3049" y="483"/>
                  </a:cubicBezTo>
                  <a:cubicBezTo>
                    <a:pt x="3020" y="460"/>
                    <a:pt x="2987" y="448"/>
                    <a:pt x="2955" y="448"/>
                  </a:cubicBezTo>
                  <a:cubicBezTo>
                    <a:pt x="2918" y="448"/>
                    <a:pt x="2883" y="463"/>
                    <a:pt x="2858" y="494"/>
                  </a:cubicBezTo>
                  <a:lnTo>
                    <a:pt x="2656" y="744"/>
                  </a:lnTo>
                  <a:cubicBezTo>
                    <a:pt x="2489" y="614"/>
                    <a:pt x="2298" y="530"/>
                    <a:pt x="2096" y="483"/>
                  </a:cubicBezTo>
                  <a:lnTo>
                    <a:pt x="2168" y="209"/>
                  </a:lnTo>
                  <a:cubicBezTo>
                    <a:pt x="2179" y="113"/>
                    <a:pt x="2120" y="30"/>
                    <a:pt x="2037" y="18"/>
                  </a:cubicBezTo>
                  <a:cubicBezTo>
                    <a:pt x="1953" y="6"/>
                    <a:pt x="1873" y="0"/>
                    <a:pt x="17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5" name="Google Shape;365;p20"/>
          <p:cNvSpPr txBox="1"/>
          <p:nvPr/>
        </p:nvSpPr>
        <p:spPr>
          <a:xfrm>
            <a:off x="736775" y="3137925"/>
            <a:ext cx="13494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  <a:latin typeface="Fira Sans"/>
                <a:ea typeface="Fira Sans"/>
                <a:cs typeface="Fira Sans"/>
                <a:sym typeface="Fira Sans"/>
              </a:rPr>
              <a:t>PYTHON</a:t>
            </a:r>
            <a:endParaRPr b="1">
              <a:solidFill>
                <a:schemeClr val="accen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66" name="Google Shape;366;p20"/>
          <p:cNvSpPr txBox="1"/>
          <p:nvPr/>
        </p:nvSpPr>
        <p:spPr>
          <a:xfrm>
            <a:off x="2249925" y="3137925"/>
            <a:ext cx="1515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rPr>
              <a:t>Log File parsing</a:t>
            </a:r>
            <a:endParaRPr b="1">
              <a:solidFill>
                <a:schemeClr val="accent3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67" name="Google Shape;367;p20"/>
          <p:cNvSpPr txBox="1"/>
          <p:nvPr/>
        </p:nvSpPr>
        <p:spPr>
          <a:xfrm>
            <a:off x="5455912" y="3137925"/>
            <a:ext cx="13671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rPr>
              <a:t>Firewall</a:t>
            </a:r>
            <a:endParaRPr b="1">
              <a:solidFill>
                <a:schemeClr val="accent5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68" name="Google Shape;368;p20"/>
          <p:cNvSpPr txBox="1"/>
          <p:nvPr/>
        </p:nvSpPr>
        <p:spPr>
          <a:xfrm>
            <a:off x="7032200" y="3137925"/>
            <a:ext cx="13671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6"/>
                </a:solidFill>
                <a:latin typeface="Fira Sans"/>
                <a:ea typeface="Fira Sans"/>
                <a:cs typeface="Fira Sans"/>
                <a:sym typeface="Fira Sans"/>
              </a:rPr>
              <a:t>Text-based Output</a:t>
            </a:r>
            <a:endParaRPr b="1">
              <a:solidFill>
                <a:schemeClr val="accent6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69" name="Google Shape;369;p20"/>
          <p:cNvSpPr txBox="1"/>
          <p:nvPr/>
        </p:nvSpPr>
        <p:spPr>
          <a:xfrm>
            <a:off x="3844575" y="3224900"/>
            <a:ext cx="16119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rPr>
              <a:t>Rule based detection Logic</a:t>
            </a:r>
            <a:endParaRPr b="1">
              <a:solidFill>
                <a:schemeClr val="accent4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1"/>
          <p:cNvSpPr txBox="1"/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1" lang="en">
                <a:solidFill>
                  <a:srgbClr val="741B47"/>
                </a:solidFill>
                <a:latin typeface="Arial"/>
                <a:ea typeface="Arial"/>
                <a:cs typeface="Arial"/>
                <a:sym typeface="Arial"/>
              </a:rPr>
              <a:t>Prototype Screenshot</a:t>
            </a:r>
            <a:endParaRPr b="0" i="1">
              <a:solidFill>
                <a:srgbClr val="741B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5" name="Google Shape;375;p21" title="Screenshot 2026-01-13 20360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350" y="978300"/>
            <a:ext cx="4724124" cy="3480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21" title="Screenshot 2026-01-13 20370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8224" y="115800"/>
            <a:ext cx="3954100" cy="2518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21" title="Screenshot 2026-01-13 20374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80125" y="2681650"/>
            <a:ext cx="3656500" cy="238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2"/>
          <p:cNvSpPr txBox="1"/>
          <p:nvPr>
            <p:ph type="title"/>
          </p:nvPr>
        </p:nvSpPr>
        <p:spPr>
          <a:xfrm>
            <a:off x="367825" y="339925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solidFill>
                  <a:srgbClr val="741B47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b="0">
              <a:solidFill>
                <a:srgbClr val="741B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22"/>
          <p:cNvSpPr txBox="1"/>
          <p:nvPr/>
        </p:nvSpPr>
        <p:spPr>
          <a:xfrm>
            <a:off x="147875" y="1092075"/>
            <a:ext cx="8312400" cy="37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Auto Defender demonstrates a practical approach to intrusion detection and automated response using simple yet effective rule-based logic. </a:t>
            </a:r>
            <a:endParaRPr sz="18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The prototype shows how security operations can be improved by reducing manual effort and enabling faster reaction to threats.</a:t>
            </a:r>
            <a:endParaRPr sz="18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This solution highlights the importance of automation in modern cybersecurity defense systems.</a:t>
            </a:r>
            <a:endParaRPr sz="18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741B47"/>
                </a:solidFill>
                <a:latin typeface="Fira Sans"/>
                <a:ea typeface="Fira Sans"/>
                <a:cs typeface="Fira Sans"/>
                <a:sym typeface="Fira Sans"/>
              </a:rPr>
              <a:t>Future Enhancements</a:t>
            </a:r>
            <a:endParaRPr sz="2000">
              <a:solidFill>
                <a:srgbClr val="741B47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ira Sans"/>
              <a:buChar char="●"/>
            </a:pPr>
            <a:r>
              <a:rPr lang="en" sz="1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Real-time Dashboards</a:t>
            </a:r>
            <a:endParaRPr sz="18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ira Sans"/>
              <a:buChar char="●"/>
            </a:pPr>
            <a:r>
              <a:rPr lang="en" sz="1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Email Alerts</a:t>
            </a:r>
            <a:endParaRPr sz="18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ira Sans"/>
              <a:buChar char="●"/>
            </a:pPr>
            <a:r>
              <a:rPr lang="en" sz="1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SIEM tool Integration </a:t>
            </a:r>
            <a:endParaRPr sz="18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ybersecurity Infographics by Slidesgo">
  <a:themeElements>
    <a:clrScheme name="Simple Light">
      <a:dk1>
        <a:srgbClr val="000000"/>
      </a:dk1>
      <a:lt1>
        <a:srgbClr val="FFFFFF"/>
      </a:lt1>
      <a:dk2>
        <a:srgbClr val="E0E0E0"/>
      </a:dk2>
      <a:lt2>
        <a:srgbClr val="EEEEEE"/>
      </a:lt2>
      <a:accent1>
        <a:srgbClr val="2E294E"/>
      </a:accent1>
      <a:accent2>
        <a:srgbClr val="DD90B6"/>
      </a:accent2>
      <a:accent3>
        <a:srgbClr val="A060AD"/>
      </a:accent3>
      <a:accent4>
        <a:srgbClr val="8058BE"/>
      </a:accent4>
      <a:accent5>
        <a:srgbClr val="424B66"/>
      </a:accent5>
      <a:accent6>
        <a:srgbClr val="1C1C66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